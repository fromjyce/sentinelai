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Fredoka"/>
      <p:regular r:id="rId11"/>
      <p:bold r:id="rId12"/>
    </p:embeddedFont>
    <p:embeddedFont>
      <p:font typeface="Play"/>
      <p:regular r:id="rId13"/>
      <p:bold r:id="rId14"/>
    </p:embeddedFont>
    <p:embeddedFont>
      <p:font typeface="Roboto"/>
      <p:regular r:id="rId15"/>
      <p:bold r:id="rId16"/>
      <p:italic r:id="rId17"/>
      <p:boldItalic r:id="rId18"/>
    </p:embeddedFont>
    <p:embeddedFont>
      <p:font typeface="Poppins"/>
      <p:regular r:id="rId19"/>
      <p:bold r:id="rId20"/>
      <p:italic r:id="rId21"/>
      <p:boldItalic r:id="rId22"/>
    </p:embeddedFont>
    <p:embeddedFont>
      <p:font typeface="Orbitron"/>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11" Type="http://schemas.openxmlformats.org/officeDocument/2006/relationships/font" Target="fonts/Fredoka-regular.fntdata"/><Relationship Id="rId22" Type="http://schemas.openxmlformats.org/officeDocument/2006/relationships/font" Target="fonts/Poppins-boldItalic.fntdata"/><Relationship Id="rId10" Type="http://schemas.openxmlformats.org/officeDocument/2006/relationships/slide" Target="slides/slide6.xml"/><Relationship Id="rId21" Type="http://schemas.openxmlformats.org/officeDocument/2006/relationships/font" Target="fonts/Poppins-italic.fntdata"/><Relationship Id="rId13" Type="http://schemas.openxmlformats.org/officeDocument/2006/relationships/font" Target="fonts/Play-regular.fntdata"/><Relationship Id="rId24" Type="http://schemas.openxmlformats.org/officeDocument/2006/relationships/font" Target="fonts/Orbitron-bold.fntdata"/><Relationship Id="rId12" Type="http://schemas.openxmlformats.org/officeDocument/2006/relationships/font" Target="fonts/Fredoka-bold.fntdata"/><Relationship Id="rId23" Type="http://schemas.openxmlformats.org/officeDocument/2006/relationships/font" Target="fonts/Orbitron-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regular.fntdata"/><Relationship Id="rId14" Type="http://schemas.openxmlformats.org/officeDocument/2006/relationships/font" Target="fonts/Play-bold.fntdata"/><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slide" Target="slides/slide1.xml"/><Relationship Id="rId19" Type="http://schemas.openxmlformats.org/officeDocument/2006/relationships/font" Target="fonts/Poppins-regular.fntdata"/><Relationship Id="rId6" Type="http://schemas.openxmlformats.org/officeDocument/2006/relationships/slide" Target="slides/slide2.xml"/><Relationship Id="rId18"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901322" y="-611430"/>
            <a:ext cx="4544211" cy="4516379"/>
            <a:chOff x="-1901322" y="-611430"/>
            <a:chExt cx="4544211" cy="4516379"/>
          </a:xfrm>
        </p:grpSpPr>
        <p:sp>
          <p:nvSpPr>
            <p:cNvPr id="10" name="Google Shape;10;p2"/>
            <p:cNvSpPr/>
            <p:nvPr/>
          </p:nvSpPr>
          <p:spPr>
            <a:xfrm>
              <a:off x="-1901322" y="1923004"/>
              <a:ext cx="2552990" cy="1507257"/>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929521" y="-366300"/>
              <a:ext cx="3031815" cy="2004573"/>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 name="Google Shape;12;p2"/>
            <p:cNvGrpSpPr/>
            <p:nvPr/>
          </p:nvGrpSpPr>
          <p:grpSpPr>
            <a:xfrm>
              <a:off x="1841214" y="348501"/>
              <a:ext cx="801675" cy="397824"/>
              <a:chOff x="1622300" y="2291700"/>
              <a:chExt cx="118800" cy="58950"/>
            </a:xfrm>
          </p:grpSpPr>
          <p:sp>
            <p:nvSpPr>
              <p:cNvPr id="13" name="Google Shape;13;p2"/>
              <p:cNvSpPr/>
              <p:nvPr/>
            </p:nvSpPr>
            <p:spPr>
              <a:xfrm>
                <a:off x="1672825" y="2291800"/>
                <a:ext cx="17950" cy="17825"/>
              </a:xfrm>
              <a:custGeom>
                <a:rect b="b" l="l" r="r" t="t"/>
                <a:pathLst>
                  <a:path extrusionOk="0" h="713" w="718">
                    <a:moveTo>
                      <a:pt x="101" y="0"/>
                    </a:moveTo>
                    <a:lnTo>
                      <a:pt x="1" y="96"/>
                    </a:lnTo>
                    <a:lnTo>
                      <a:pt x="621" y="713"/>
                    </a:lnTo>
                    <a:lnTo>
                      <a:pt x="717" y="617"/>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1672825" y="2291700"/>
                <a:ext cx="17950" cy="17925"/>
              </a:xfrm>
              <a:custGeom>
                <a:rect b="b" l="l" r="r" t="t"/>
                <a:pathLst>
                  <a:path extrusionOk="0" h="717" w="718">
                    <a:moveTo>
                      <a:pt x="621" y="0"/>
                    </a:moveTo>
                    <a:lnTo>
                      <a:pt x="1" y="621"/>
                    </a:lnTo>
                    <a:lnTo>
                      <a:pt x="101" y="717"/>
                    </a:lnTo>
                    <a:lnTo>
                      <a:pt x="717" y="100"/>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1723150" y="2291700"/>
                <a:ext cx="17950" cy="17925"/>
              </a:xfrm>
              <a:custGeom>
                <a:rect b="b" l="l" r="r" t="t"/>
                <a:pathLst>
                  <a:path extrusionOk="0" h="717" w="718">
                    <a:moveTo>
                      <a:pt x="97" y="0"/>
                    </a:moveTo>
                    <a:lnTo>
                      <a:pt x="1" y="100"/>
                    </a:lnTo>
                    <a:lnTo>
                      <a:pt x="617" y="717"/>
                    </a:lnTo>
                    <a:lnTo>
                      <a:pt x="718" y="621"/>
                    </a:lnTo>
                    <a:lnTo>
                      <a:pt x="9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1723150" y="2291700"/>
                <a:ext cx="17950" cy="17925"/>
              </a:xfrm>
              <a:custGeom>
                <a:rect b="b" l="l" r="r" t="t"/>
                <a:pathLst>
                  <a:path extrusionOk="0" h="717" w="718">
                    <a:moveTo>
                      <a:pt x="617" y="0"/>
                    </a:moveTo>
                    <a:lnTo>
                      <a:pt x="1" y="621"/>
                    </a:lnTo>
                    <a:lnTo>
                      <a:pt x="101" y="717"/>
                    </a:lnTo>
                    <a:lnTo>
                      <a:pt x="718" y="100"/>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1622300" y="2332725"/>
                <a:ext cx="17825" cy="17925"/>
              </a:xfrm>
              <a:custGeom>
                <a:rect b="b" l="l" r="r" t="t"/>
                <a:pathLst>
                  <a:path extrusionOk="0" h="717" w="713">
                    <a:moveTo>
                      <a:pt x="96" y="0"/>
                    </a:moveTo>
                    <a:lnTo>
                      <a:pt x="0" y="96"/>
                    </a:lnTo>
                    <a:lnTo>
                      <a:pt x="617" y="717"/>
                    </a:lnTo>
                    <a:lnTo>
                      <a:pt x="713" y="617"/>
                    </a:lnTo>
                    <a:lnTo>
                      <a:pt x="9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1622300" y="2332725"/>
                <a:ext cx="17825" cy="17925"/>
              </a:xfrm>
              <a:custGeom>
                <a:rect b="b" l="l" r="r" t="t"/>
                <a:pathLst>
                  <a:path extrusionOk="0" h="717" w="713">
                    <a:moveTo>
                      <a:pt x="617" y="0"/>
                    </a:moveTo>
                    <a:lnTo>
                      <a:pt x="0" y="617"/>
                    </a:lnTo>
                    <a:lnTo>
                      <a:pt x="96" y="717"/>
                    </a:lnTo>
                    <a:lnTo>
                      <a:pt x="713" y="96"/>
                    </a:lnTo>
                    <a:lnTo>
                      <a:pt x="6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1672525" y="2332625"/>
                <a:ext cx="17950" cy="17925"/>
              </a:xfrm>
              <a:custGeom>
                <a:rect b="b" l="l" r="r" t="t"/>
                <a:pathLst>
                  <a:path extrusionOk="0" h="717" w="718">
                    <a:moveTo>
                      <a:pt x="101" y="0"/>
                    </a:moveTo>
                    <a:lnTo>
                      <a:pt x="1" y="100"/>
                    </a:lnTo>
                    <a:lnTo>
                      <a:pt x="621" y="717"/>
                    </a:lnTo>
                    <a:lnTo>
                      <a:pt x="717" y="621"/>
                    </a:lnTo>
                    <a:lnTo>
                      <a:pt x="10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672525" y="2332725"/>
                <a:ext cx="17950" cy="17925"/>
              </a:xfrm>
              <a:custGeom>
                <a:rect b="b" l="l" r="r" t="t"/>
                <a:pathLst>
                  <a:path extrusionOk="0" h="717" w="718">
                    <a:moveTo>
                      <a:pt x="621" y="0"/>
                    </a:moveTo>
                    <a:lnTo>
                      <a:pt x="1" y="617"/>
                    </a:lnTo>
                    <a:lnTo>
                      <a:pt x="101" y="717"/>
                    </a:lnTo>
                    <a:lnTo>
                      <a:pt x="717" y="96"/>
                    </a:lnTo>
                    <a:lnTo>
                      <a:pt x="62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2"/>
            <p:cNvGrpSpPr/>
            <p:nvPr/>
          </p:nvGrpSpPr>
          <p:grpSpPr>
            <a:xfrm>
              <a:off x="-484614" y="-611430"/>
              <a:ext cx="3127481" cy="4516379"/>
              <a:chOff x="278245" y="-184325"/>
              <a:chExt cx="2358228" cy="3405504"/>
            </a:xfrm>
          </p:grpSpPr>
          <p:grpSp>
            <p:nvGrpSpPr>
              <p:cNvPr id="22" name="Google Shape;22;p2"/>
              <p:cNvGrpSpPr/>
              <p:nvPr/>
            </p:nvGrpSpPr>
            <p:grpSpPr>
              <a:xfrm>
                <a:off x="278245" y="-184325"/>
                <a:ext cx="2358228" cy="3336759"/>
                <a:chOff x="1181475" y="2041825"/>
                <a:chExt cx="620325" cy="877725"/>
              </a:xfrm>
            </p:grpSpPr>
            <p:sp>
              <p:nvSpPr>
                <p:cNvPr id="23" name="Google Shape;23;p2"/>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2"/>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9" name="Google Shape;29;p2"/>
          <p:cNvGrpSpPr/>
          <p:nvPr/>
        </p:nvGrpSpPr>
        <p:grpSpPr>
          <a:xfrm>
            <a:off x="5634700" y="-1073869"/>
            <a:ext cx="7542167" cy="7636641"/>
            <a:chOff x="5482300" y="-1150069"/>
            <a:chExt cx="7542167" cy="7636641"/>
          </a:xfrm>
        </p:grpSpPr>
        <p:sp>
          <p:nvSpPr>
            <p:cNvPr id="30" name="Google Shape;30;p2"/>
            <p:cNvSpPr/>
            <p:nvPr/>
          </p:nvSpPr>
          <p:spPr>
            <a:xfrm flipH="1" rot="10800000">
              <a:off x="6369828" y="-1150069"/>
              <a:ext cx="6654639" cy="7636641"/>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 name="Google Shape;31;p2"/>
            <p:cNvGrpSpPr/>
            <p:nvPr/>
          </p:nvGrpSpPr>
          <p:grpSpPr>
            <a:xfrm flipH="1" rot="10800000">
              <a:off x="6016263" y="1621718"/>
              <a:ext cx="2553081" cy="3705672"/>
              <a:chOff x="6769513" y="299393"/>
              <a:chExt cx="1308620" cy="1899526"/>
            </a:xfrm>
          </p:grpSpPr>
          <p:sp>
            <p:nvSpPr>
              <p:cNvPr id="32" name="Google Shape;32;p2"/>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2"/>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 name="Google Shape;39;p2"/>
            <p:cNvGrpSpPr/>
            <p:nvPr/>
          </p:nvGrpSpPr>
          <p:grpSpPr>
            <a:xfrm flipH="1">
              <a:off x="5482300" y="4423789"/>
              <a:ext cx="827314" cy="410158"/>
              <a:chOff x="5989375" y="1843575"/>
              <a:chExt cx="136525" cy="67675"/>
            </a:xfrm>
          </p:grpSpPr>
          <p:sp>
            <p:nvSpPr>
              <p:cNvPr id="40" name="Google Shape;40;p2"/>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 name="Google Shape;48;p2"/>
            <p:cNvSpPr/>
            <p:nvPr/>
          </p:nvSpPr>
          <p:spPr>
            <a:xfrm flipH="1" rot="10800000">
              <a:off x="7424539" y="4645063"/>
              <a:ext cx="727773" cy="727773"/>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dk2"/>
              </a:solidFill>
              <a:prstDash val="solid"/>
              <a:miter lim="4001"/>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 name="Google Shape;49;p2"/>
          <p:cNvSpPr txBox="1"/>
          <p:nvPr>
            <p:ph type="ctrTitle"/>
          </p:nvPr>
        </p:nvSpPr>
        <p:spPr>
          <a:xfrm>
            <a:off x="1296163" y="1263600"/>
            <a:ext cx="6551700" cy="2152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500"/>
              <a:buNone/>
              <a:defRPr sz="46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0" name="Google Shape;50;p2"/>
          <p:cNvSpPr txBox="1"/>
          <p:nvPr>
            <p:ph idx="1" type="subTitle"/>
          </p:nvPr>
        </p:nvSpPr>
        <p:spPr>
          <a:xfrm>
            <a:off x="1296138" y="3416400"/>
            <a:ext cx="6551700" cy="463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1" name="Shape 51"/>
        <p:cNvGrpSpPr/>
        <p:nvPr/>
      </p:nvGrpSpPr>
      <p:grpSpPr>
        <a:xfrm>
          <a:off x="0" y="0"/>
          <a:ext cx="0" cy="0"/>
          <a:chOff x="0" y="0"/>
          <a:chExt cx="0" cy="0"/>
        </a:xfrm>
      </p:grpSpPr>
      <p:grpSp>
        <p:nvGrpSpPr>
          <p:cNvPr id="52" name="Google Shape;52;p3"/>
          <p:cNvGrpSpPr/>
          <p:nvPr/>
        </p:nvGrpSpPr>
        <p:grpSpPr>
          <a:xfrm>
            <a:off x="-859697" y="-661345"/>
            <a:ext cx="2552998" cy="2062932"/>
            <a:chOff x="-859697" y="-661345"/>
            <a:chExt cx="2552998" cy="2062932"/>
          </a:xfrm>
        </p:grpSpPr>
        <p:sp>
          <p:nvSpPr>
            <p:cNvPr id="53" name="Google Shape;53;p3"/>
            <p:cNvSpPr/>
            <p:nvPr/>
          </p:nvSpPr>
          <p:spPr>
            <a:xfrm>
              <a:off x="-859697" y="-66134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
            <p:cNvSpPr/>
            <p:nvPr/>
          </p:nvSpPr>
          <p:spPr>
            <a:xfrm>
              <a:off x="-107627" y="-466741"/>
              <a:ext cx="1226141" cy="1868328"/>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 name="Google Shape;55;p3"/>
          <p:cNvGrpSpPr/>
          <p:nvPr/>
        </p:nvGrpSpPr>
        <p:grpSpPr>
          <a:xfrm>
            <a:off x="7218415" y="1051567"/>
            <a:ext cx="3942357" cy="4639226"/>
            <a:chOff x="7276179" y="1051567"/>
            <a:chExt cx="3942357" cy="4639226"/>
          </a:xfrm>
        </p:grpSpPr>
        <p:sp>
          <p:nvSpPr>
            <p:cNvPr id="56" name="Google Shape;56;p3"/>
            <p:cNvSpPr/>
            <p:nvPr/>
          </p:nvSpPr>
          <p:spPr>
            <a:xfrm>
              <a:off x="7276179" y="3686213"/>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 name="Google Shape;57;p3"/>
            <p:cNvGrpSpPr/>
            <p:nvPr/>
          </p:nvGrpSpPr>
          <p:grpSpPr>
            <a:xfrm>
              <a:off x="8615789" y="1051567"/>
              <a:ext cx="2602747" cy="3802366"/>
              <a:chOff x="278245" y="-112475"/>
              <a:chExt cx="2281910" cy="3333654"/>
            </a:xfrm>
          </p:grpSpPr>
          <p:grpSp>
            <p:nvGrpSpPr>
              <p:cNvPr id="58" name="Google Shape;58;p3"/>
              <p:cNvGrpSpPr/>
              <p:nvPr/>
            </p:nvGrpSpPr>
            <p:grpSpPr>
              <a:xfrm>
                <a:off x="278245" y="-112475"/>
                <a:ext cx="2281910" cy="3264909"/>
                <a:chOff x="1181475" y="2060725"/>
                <a:chExt cx="600250" cy="858825"/>
              </a:xfrm>
            </p:grpSpPr>
            <p:sp>
              <p:nvSpPr>
                <p:cNvPr id="59" name="Google Shape;59;p3"/>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3"/>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2" name="Google Shape;62;p3"/>
          <p:cNvSpPr txBox="1"/>
          <p:nvPr>
            <p:ph idx="1" type="body"/>
          </p:nvPr>
        </p:nvSpPr>
        <p:spPr>
          <a:xfrm>
            <a:off x="720000" y="1098950"/>
            <a:ext cx="7704000" cy="3509700"/>
          </a:xfrm>
          <a:prstGeom prst="rect">
            <a:avLst/>
          </a:prstGeom>
          <a:noFill/>
          <a:ln>
            <a:noFill/>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Clr>
                <a:schemeClr val="dk2"/>
              </a:buClr>
              <a:buSzPts val="1200"/>
              <a:buAutoNum type="arabicPeriod"/>
              <a:defRPr sz="1200"/>
            </a:lvl1pPr>
            <a:lvl2pPr indent="-304800" lvl="1" marL="914400" algn="l">
              <a:lnSpc>
                <a:spcPct val="100000"/>
              </a:lnSpc>
              <a:spcBef>
                <a:spcPts val="0"/>
              </a:spcBef>
              <a:spcAft>
                <a:spcPts val="0"/>
              </a:spcAft>
              <a:buClr>
                <a:srgbClr val="434343"/>
              </a:buClr>
              <a:buSzPts val="1200"/>
              <a:buFont typeface="Roboto Condensed Light"/>
              <a:buAutoNum type="alphaLcPeriod"/>
              <a:defRPr sz="1200"/>
            </a:lvl2pPr>
            <a:lvl3pPr indent="-304800" lvl="2" marL="1371600" algn="l">
              <a:lnSpc>
                <a:spcPct val="100000"/>
              </a:lnSpc>
              <a:spcBef>
                <a:spcPts val="0"/>
              </a:spcBef>
              <a:spcAft>
                <a:spcPts val="0"/>
              </a:spcAft>
              <a:buClr>
                <a:srgbClr val="434343"/>
              </a:buClr>
              <a:buSzPts val="1200"/>
              <a:buFont typeface="Roboto Condensed Light"/>
              <a:buAutoNum type="romanLcPeriod"/>
              <a:defRPr sz="1200"/>
            </a:lvl3pPr>
            <a:lvl4pPr indent="-304800" lvl="3" marL="1828800" algn="l">
              <a:lnSpc>
                <a:spcPct val="100000"/>
              </a:lnSpc>
              <a:spcBef>
                <a:spcPts val="0"/>
              </a:spcBef>
              <a:spcAft>
                <a:spcPts val="0"/>
              </a:spcAft>
              <a:buClr>
                <a:srgbClr val="434343"/>
              </a:buClr>
              <a:buSzPts val="1200"/>
              <a:buFont typeface="Roboto Condensed Light"/>
              <a:buAutoNum type="arabicPeriod"/>
              <a:defRPr sz="1200"/>
            </a:lvl4pPr>
            <a:lvl5pPr indent="-304800" lvl="4" marL="2286000" algn="l">
              <a:lnSpc>
                <a:spcPct val="100000"/>
              </a:lnSpc>
              <a:spcBef>
                <a:spcPts val="0"/>
              </a:spcBef>
              <a:spcAft>
                <a:spcPts val="0"/>
              </a:spcAft>
              <a:buClr>
                <a:srgbClr val="434343"/>
              </a:buClr>
              <a:buSzPts val="1200"/>
              <a:buFont typeface="Roboto Condensed Light"/>
              <a:buAutoNum type="alphaLcPeriod"/>
              <a:defRPr sz="1200"/>
            </a:lvl5pPr>
            <a:lvl6pPr indent="-304800" lvl="5" marL="2743200" algn="l">
              <a:lnSpc>
                <a:spcPct val="100000"/>
              </a:lnSpc>
              <a:spcBef>
                <a:spcPts val="0"/>
              </a:spcBef>
              <a:spcAft>
                <a:spcPts val="0"/>
              </a:spcAft>
              <a:buClr>
                <a:srgbClr val="434343"/>
              </a:buClr>
              <a:buSzPts val="1200"/>
              <a:buFont typeface="Roboto Condensed Light"/>
              <a:buAutoNum type="romanLcPeriod"/>
              <a:defRPr sz="1200"/>
            </a:lvl6pPr>
            <a:lvl7pPr indent="-304800" lvl="6" marL="3200400" algn="l">
              <a:lnSpc>
                <a:spcPct val="100000"/>
              </a:lnSpc>
              <a:spcBef>
                <a:spcPts val="0"/>
              </a:spcBef>
              <a:spcAft>
                <a:spcPts val="0"/>
              </a:spcAft>
              <a:buClr>
                <a:srgbClr val="434343"/>
              </a:buClr>
              <a:buSzPts val="1200"/>
              <a:buFont typeface="Roboto Condensed Light"/>
              <a:buAutoNum type="arabicPeriod"/>
              <a:defRPr sz="1200"/>
            </a:lvl7pPr>
            <a:lvl8pPr indent="-304800" lvl="7" marL="3657600" algn="l">
              <a:lnSpc>
                <a:spcPct val="100000"/>
              </a:lnSpc>
              <a:spcBef>
                <a:spcPts val="0"/>
              </a:spcBef>
              <a:spcAft>
                <a:spcPts val="0"/>
              </a:spcAft>
              <a:buClr>
                <a:srgbClr val="434343"/>
              </a:buClr>
              <a:buSzPts val="1200"/>
              <a:buFont typeface="Roboto Condensed Light"/>
              <a:buAutoNum type="alphaLcPeriod"/>
              <a:defRPr sz="1200"/>
            </a:lvl8pPr>
            <a:lvl9pPr indent="-304800" lvl="8" marL="4114800" algn="l">
              <a:lnSpc>
                <a:spcPct val="100000"/>
              </a:lnSpc>
              <a:spcBef>
                <a:spcPts val="0"/>
              </a:spcBef>
              <a:spcAft>
                <a:spcPts val="0"/>
              </a:spcAft>
              <a:buClr>
                <a:srgbClr val="434343"/>
              </a:buClr>
              <a:buSzPts val="1200"/>
              <a:buFont typeface="Roboto Condensed Light"/>
              <a:buAutoNum type="romanLcPeriod"/>
              <a:defRPr sz="1200"/>
            </a:lvl9pPr>
          </a:lstStyle>
          <a:p/>
        </p:txBody>
      </p:sp>
      <p:sp>
        <p:nvSpPr>
          <p:cNvPr id="63" name="Google Shape;63;p3"/>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Font typeface="Fredoka"/>
              <a:buNone/>
              <a:defRPr/>
            </a:lvl1pPr>
            <a:lvl2pPr lvl="1" algn="ctr">
              <a:lnSpc>
                <a:spcPct val="100000"/>
              </a:lnSpc>
              <a:spcBef>
                <a:spcPts val="0"/>
              </a:spcBef>
              <a:spcAft>
                <a:spcPts val="0"/>
              </a:spcAft>
              <a:buSzPts val="3000"/>
              <a:buFont typeface="Fredoka"/>
              <a:buNone/>
              <a:defRPr sz="3000">
                <a:latin typeface="Fredoka"/>
                <a:ea typeface="Fredoka"/>
                <a:cs typeface="Fredoka"/>
                <a:sym typeface="Fredoka"/>
              </a:defRPr>
            </a:lvl2pPr>
            <a:lvl3pPr lvl="2" algn="ctr">
              <a:lnSpc>
                <a:spcPct val="100000"/>
              </a:lnSpc>
              <a:spcBef>
                <a:spcPts val="0"/>
              </a:spcBef>
              <a:spcAft>
                <a:spcPts val="0"/>
              </a:spcAft>
              <a:buSzPts val="3000"/>
              <a:buFont typeface="Fredoka"/>
              <a:buNone/>
              <a:defRPr sz="3000">
                <a:latin typeface="Fredoka"/>
                <a:ea typeface="Fredoka"/>
                <a:cs typeface="Fredoka"/>
                <a:sym typeface="Fredoka"/>
              </a:defRPr>
            </a:lvl3pPr>
            <a:lvl4pPr lvl="3" algn="ctr">
              <a:lnSpc>
                <a:spcPct val="100000"/>
              </a:lnSpc>
              <a:spcBef>
                <a:spcPts val="0"/>
              </a:spcBef>
              <a:spcAft>
                <a:spcPts val="0"/>
              </a:spcAft>
              <a:buSzPts val="3000"/>
              <a:buFont typeface="Fredoka"/>
              <a:buNone/>
              <a:defRPr sz="3000">
                <a:latin typeface="Fredoka"/>
                <a:ea typeface="Fredoka"/>
                <a:cs typeface="Fredoka"/>
                <a:sym typeface="Fredoka"/>
              </a:defRPr>
            </a:lvl4pPr>
            <a:lvl5pPr lvl="4" algn="ctr">
              <a:lnSpc>
                <a:spcPct val="100000"/>
              </a:lnSpc>
              <a:spcBef>
                <a:spcPts val="0"/>
              </a:spcBef>
              <a:spcAft>
                <a:spcPts val="0"/>
              </a:spcAft>
              <a:buSzPts val="3000"/>
              <a:buFont typeface="Fredoka"/>
              <a:buNone/>
              <a:defRPr sz="3000">
                <a:latin typeface="Fredoka"/>
                <a:ea typeface="Fredoka"/>
                <a:cs typeface="Fredoka"/>
                <a:sym typeface="Fredoka"/>
              </a:defRPr>
            </a:lvl5pPr>
            <a:lvl6pPr lvl="5" algn="ctr">
              <a:lnSpc>
                <a:spcPct val="100000"/>
              </a:lnSpc>
              <a:spcBef>
                <a:spcPts val="0"/>
              </a:spcBef>
              <a:spcAft>
                <a:spcPts val="0"/>
              </a:spcAft>
              <a:buSzPts val="3000"/>
              <a:buFont typeface="Fredoka"/>
              <a:buNone/>
              <a:defRPr sz="3000">
                <a:latin typeface="Fredoka"/>
                <a:ea typeface="Fredoka"/>
                <a:cs typeface="Fredoka"/>
                <a:sym typeface="Fredoka"/>
              </a:defRPr>
            </a:lvl6pPr>
            <a:lvl7pPr lvl="6" algn="ctr">
              <a:lnSpc>
                <a:spcPct val="100000"/>
              </a:lnSpc>
              <a:spcBef>
                <a:spcPts val="0"/>
              </a:spcBef>
              <a:spcAft>
                <a:spcPts val="0"/>
              </a:spcAft>
              <a:buSzPts val="3000"/>
              <a:buFont typeface="Fredoka"/>
              <a:buNone/>
              <a:defRPr sz="3000">
                <a:latin typeface="Fredoka"/>
                <a:ea typeface="Fredoka"/>
                <a:cs typeface="Fredoka"/>
                <a:sym typeface="Fredoka"/>
              </a:defRPr>
            </a:lvl7pPr>
            <a:lvl8pPr lvl="7" algn="ctr">
              <a:lnSpc>
                <a:spcPct val="100000"/>
              </a:lnSpc>
              <a:spcBef>
                <a:spcPts val="0"/>
              </a:spcBef>
              <a:spcAft>
                <a:spcPts val="0"/>
              </a:spcAft>
              <a:buSzPts val="3000"/>
              <a:buFont typeface="Fredoka"/>
              <a:buNone/>
              <a:defRPr sz="3000">
                <a:latin typeface="Fredoka"/>
                <a:ea typeface="Fredoka"/>
                <a:cs typeface="Fredoka"/>
                <a:sym typeface="Fredoka"/>
              </a:defRPr>
            </a:lvl8pPr>
            <a:lvl9pPr lvl="8" algn="ctr">
              <a:lnSpc>
                <a:spcPct val="100000"/>
              </a:lnSpc>
              <a:spcBef>
                <a:spcPts val="0"/>
              </a:spcBef>
              <a:spcAft>
                <a:spcPts val="0"/>
              </a:spcAft>
              <a:buSzPts val="3000"/>
              <a:buFont typeface="Fredoka"/>
              <a:buNone/>
              <a:defRPr sz="3000">
                <a:latin typeface="Fredoka"/>
                <a:ea typeface="Fredoka"/>
                <a:cs typeface="Fredoka"/>
                <a:sym typeface="Fredok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7_1">
    <p:spTree>
      <p:nvGrpSpPr>
        <p:cNvPr id="64" name="Shape 64"/>
        <p:cNvGrpSpPr/>
        <p:nvPr/>
      </p:nvGrpSpPr>
      <p:grpSpPr>
        <a:xfrm>
          <a:off x="0" y="0"/>
          <a:ext cx="0" cy="0"/>
          <a:chOff x="0" y="0"/>
          <a:chExt cx="0" cy="0"/>
        </a:xfrm>
      </p:grpSpPr>
      <p:sp>
        <p:nvSpPr>
          <p:cNvPr id="65" name="Google Shape;65;p4"/>
          <p:cNvSpPr txBox="1"/>
          <p:nvPr>
            <p:ph type="title"/>
          </p:nvPr>
        </p:nvSpPr>
        <p:spPr>
          <a:xfrm>
            <a:off x="2100875" y="1278011"/>
            <a:ext cx="10848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66" name="Google Shape;66;p4"/>
          <p:cNvSpPr txBox="1"/>
          <p:nvPr>
            <p:ph idx="1" type="subTitle"/>
          </p:nvPr>
        </p:nvSpPr>
        <p:spPr>
          <a:xfrm>
            <a:off x="1234025" y="1849391"/>
            <a:ext cx="28185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67" name="Google Shape;67;p4"/>
          <p:cNvSpPr txBox="1"/>
          <p:nvPr>
            <p:ph idx="2" type="subTitle"/>
          </p:nvPr>
        </p:nvSpPr>
        <p:spPr>
          <a:xfrm>
            <a:off x="1234025" y="2249636"/>
            <a:ext cx="2818500" cy="592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8" name="Google Shape;68;p4"/>
          <p:cNvSpPr txBox="1"/>
          <p:nvPr>
            <p:ph idx="3" type="title"/>
          </p:nvPr>
        </p:nvSpPr>
        <p:spPr>
          <a:xfrm>
            <a:off x="5958325" y="1278011"/>
            <a:ext cx="10848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69" name="Google Shape;69;p4"/>
          <p:cNvSpPr txBox="1"/>
          <p:nvPr>
            <p:ph idx="4" type="subTitle"/>
          </p:nvPr>
        </p:nvSpPr>
        <p:spPr>
          <a:xfrm>
            <a:off x="5091475" y="1849391"/>
            <a:ext cx="28185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70" name="Google Shape;70;p4"/>
          <p:cNvSpPr txBox="1"/>
          <p:nvPr>
            <p:ph idx="5" type="subTitle"/>
          </p:nvPr>
        </p:nvSpPr>
        <p:spPr>
          <a:xfrm>
            <a:off x="5091475" y="2249636"/>
            <a:ext cx="2818500" cy="592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1" name="Google Shape;71;p4"/>
          <p:cNvSpPr txBox="1"/>
          <p:nvPr>
            <p:ph idx="6" type="title"/>
          </p:nvPr>
        </p:nvSpPr>
        <p:spPr>
          <a:xfrm>
            <a:off x="2100875" y="3002952"/>
            <a:ext cx="10848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72" name="Google Shape;72;p4"/>
          <p:cNvSpPr txBox="1"/>
          <p:nvPr>
            <p:ph idx="7" type="subTitle"/>
          </p:nvPr>
        </p:nvSpPr>
        <p:spPr>
          <a:xfrm>
            <a:off x="1234025" y="3574317"/>
            <a:ext cx="28185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73" name="Google Shape;73;p4"/>
          <p:cNvSpPr txBox="1"/>
          <p:nvPr>
            <p:ph idx="8" type="subTitle"/>
          </p:nvPr>
        </p:nvSpPr>
        <p:spPr>
          <a:xfrm>
            <a:off x="1234025" y="3974562"/>
            <a:ext cx="2818500" cy="592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4" name="Google Shape;74;p4"/>
          <p:cNvSpPr txBox="1"/>
          <p:nvPr>
            <p:ph idx="9"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3000"/>
              <a:buFont typeface="Fredoka"/>
              <a:buNone/>
              <a:defRPr/>
            </a:lvl1pPr>
            <a:lvl2pPr lvl="1"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2pPr>
            <a:lvl3pPr lvl="2"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3pPr>
            <a:lvl4pPr lvl="3"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4pPr>
            <a:lvl5pPr lvl="4"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5pPr>
            <a:lvl6pPr lvl="5"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6pPr>
            <a:lvl7pPr lvl="6"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7pPr>
            <a:lvl8pPr lvl="7"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8pPr>
            <a:lvl9pPr lvl="8"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9pPr>
          </a:lstStyle>
          <a:p/>
        </p:txBody>
      </p:sp>
      <p:sp>
        <p:nvSpPr>
          <p:cNvPr id="75" name="Google Shape;75;p4"/>
          <p:cNvSpPr txBox="1"/>
          <p:nvPr>
            <p:ph idx="13" type="title"/>
          </p:nvPr>
        </p:nvSpPr>
        <p:spPr>
          <a:xfrm>
            <a:off x="5958325" y="3002952"/>
            <a:ext cx="10848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76" name="Google Shape;76;p4"/>
          <p:cNvSpPr txBox="1"/>
          <p:nvPr>
            <p:ph idx="14" type="subTitle"/>
          </p:nvPr>
        </p:nvSpPr>
        <p:spPr>
          <a:xfrm>
            <a:off x="5091475" y="3574317"/>
            <a:ext cx="28185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77" name="Google Shape;77;p4"/>
          <p:cNvSpPr txBox="1"/>
          <p:nvPr>
            <p:ph idx="15" type="subTitle"/>
          </p:nvPr>
        </p:nvSpPr>
        <p:spPr>
          <a:xfrm>
            <a:off x="5091475" y="3974562"/>
            <a:ext cx="2818500" cy="592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grpSp>
        <p:nvGrpSpPr>
          <p:cNvPr id="78" name="Google Shape;78;p4"/>
          <p:cNvGrpSpPr/>
          <p:nvPr/>
        </p:nvGrpSpPr>
        <p:grpSpPr>
          <a:xfrm>
            <a:off x="-3389800" y="-360873"/>
            <a:ext cx="6322114" cy="7255046"/>
            <a:chOff x="-3389800" y="-360873"/>
            <a:chExt cx="6322114" cy="7255046"/>
          </a:xfrm>
        </p:grpSpPr>
        <p:sp>
          <p:nvSpPr>
            <p:cNvPr id="79" name="Google Shape;79;p4"/>
            <p:cNvSpPr/>
            <p:nvPr/>
          </p:nvSpPr>
          <p:spPr>
            <a:xfrm>
              <a:off x="-3389800" y="-360873"/>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4"/>
            <p:cNvGrpSpPr/>
            <p:nvPr/>
          </p:nvGrpSpPr>
          <p:grpSpPr>
            <a:xfrm>
              <a:off x="-1419600" y="387590"/>
              <a:ext cx="2381712" cy="3328976"/>
              <a:chOff x="7655072" y="-407632"/>
              <a:chExt cx="2008528" cy="2807367"/>
            </a:xfrm>
          </p:grpSpPr>
          <p:sp>
            <p:nvSpPr>
              <p:cNvPr id="81" name="Google Shape;81;p4"/>
              <p:cNvSpPr/>
              <p:nvPr/>
            </p:nvSpPr>
            <p:spPr>
              <a:xfrm>
                <a:off x="7685059" y="-336851"/>
                <a:ext cx="1930325" cy="2689498"/>
              </a:xfrm>
              <a:custGeom>
                <a:rect b="b" l="l" r="r" t="t"/>
                <a:pathLst>
                  <a:path extrusionOk="0" h="45293" w="32508">
                    <a:moveTo>
                      <a:pt x="0" y="1"/>
                    </a:moveTo>
                    <a:lnTo>
                      <a:pt x="0" y="8351"/>
                    </a:lnTo>
                    <a:lnTo>
                      <a:pt x="15447" y="8351"/>
                    </a:lnTo>
                    <a:lnTo>
                      <a:pt x="24998" y="17901"/>
                    </a:lnTo>
                    <a:lnTo>
                      <a:pt x="24998" y="38040"/>
                    </a:lnTo>
                    <a:lnTo>
                      <a:pt x="32251" y="45293"/>
                    </a:lnTo>
                    <a:lnTo>
                      <a:pt x="32507" y="45037"/>
                    </a:lnTo>
                    <a:lnTo>
                      <a:pt x="25358" y="37888"/>
                    </a:lnTo>
                    <a:lnTo>
                      <a:pt x="25358" y="17749"/>
                    </a:lnTo>
                    <a:lnTo>
                      <a:pt x="15651" y="8043"/>
                    </a:lnTo>
                    <a:lnTo>
                      <a:pt x="15595" y="7986"/>
                    </a:lnTo>
                    <a:lnTo>
                      <a:pt x="365" y="7986"/>
                    </a:lnTo>
                    <a:lnTo>
                      <a:pt x="36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8734422" y="271200"/>
                <a:ext cx="332350" cy="332528"/>
              </a:xfrm>
              <a:custGeom>
                <a:rect b="b" l="l" r="r" t="t"/>
                <a:pathLst>
                  <a:path extrusionOk="0" h="5600" w="5597">
                    <a:moveTo>
                      <a:pt x="1" y="0"/>
                    </a:moveTo>
                    <a:lnTo>
                      <a:pt x="1" y="1597"/>
                    </a:lnTo>
                    <a:lnTo>
                      <a:pt x="2002" y="3599"/>
                    </a:lnTo>
                    <a:lnTo>
                      <a:pt x="4004" y="5600"/>
                    </a:lnTo>
                    <a:lnTo>
                      <a:pt x="5597" y="5600"/>
                    </a:lnTo>
                    <a:lnTo>
                      <a:pt x="2799" y="280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
              <p:cNvSpPr/>
              <p:nvPr/>
            </p:nvSpPr>
            <p:spPr>
              <a:xfrm>
                <a:off x="7655072" y="-407632"/>
                <a:ext cx="81588" cy="81529"/>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9568236" y="2317969"/>
                <a:ext cx="95364" cy="81766"/>
              </a:xfrm>
              <a:custGeom>
                <a:rect b="b" l="l" r="r" t="t"/>
                <a:pathLst>
                  <a:path extrusionOk="0" h="1377" w="1606">
                    <a:moveTo>
                      <a:pt x="917" y="364"/>
                    </a:moveTo>
                    <a:cubicBezTo>
                      <a:pt x="1097" y="364"/>
                      <a:pt x="1242" y="512"/>
                      <a:pt x="1242" y="688"/>
                    </a:cubicBezTo>
                    <a:cubicBezTo>
                      <a:pt x="1242" y="883"/>
                      <a:pt x="1082" y="1012"/>
                      <a:pt x="916" y="1012"/>
                    </a:cubicBezTo>
                    <a:cubicBezTo>
                      <a:pt x="837" y="1012"/>
                      <a:pt x="755" y="982"/>
                      <a:pt x="689" y="916"/>
                    </a:cubicBezTo>
                    <a:cubicBezTo>
                      <a:pt x="485" y="712"/>
                      <a:pt x="629" y="364"/>
                      <a:pt x="917" y="364"/>
                    </a:cubicBezTo>
                    <a:close/>
                    <a:moveTo>
                      <a:pt x="915" y="1"/>
                    </a:moveTo>
                    <a:cubicBezTo>
                      <a:pt x="746" y="1"/>
                      <a:pt x="573" y="63"/>
                      <a:pt x="433" y="203"/>
                    </a:cubicBezTo>
                    <a:cubicBezTo>
                      <a:pt x="1" y="636"/>
                      <a:pt x="309" y="1376"/>
                      <a:pt x="917" y="1376"/>
                    </a:cubicBezTo>
                    <a:cubicBezTo>
                      <a:pt x="1298" y="1372"/>
                      <a:pt x="1606" y="1068"/>
                      <a:pt x="1606" y="688"/>
                    </a:cubicBezTo>
                    <a:cubicBezTo>
                      <a:pt x="1606" y="274"/>
                      <a:pt x="1267" y="1"/>
                      <a:pt x="91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p:nvPr/>
            </p:nvSpPr>
            <p:spPr>
              <a:xfrm>
                <a:off x="7692897" y="-144282"/>
                <a:ext cx="497783" cy="292387"/>
              </a:xfrm>
              <a:custGeom>
                <a:rect b="b" l="l" r="r" t="t"/>
                <a:pathLst>
                  <a:path extrusionOk="0" h="4924" w="8383">
                    <a:moveTo>
                      <a:pt x="100" y="0"/>
                    </a:moveTo>
                    <a:lnTo>
                      <a:pt x="0" y="104"/>
                    </a:lnTo>
                    <a:lnTo>
                      <a:pt x="2498" y="2598"/>
                    </a:lnTo>
                    <a:lnTo>
                      <a:pt x="5957" y="2598"/>
                    </a:lnTo>
                    <a:lnTo>
                      <a:pt x="8282" y="4924"/>
                    </a:lnTo>
                    <a:lnTo>
                      <a:pt x="8382" y="4820"/>
                    </a:lnTo>
                    <a:lnTo>
                      <a:pt x="6017" y="2454"/>
                    </a:lnTo>
                    <a:lnTo>
                      <a:pt x="2558" y="2454"/>
                    </a:lnTo>
                    <a:lnTo>
                      <a:pt x="10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 name="Google Shape;86;p4"/>
            <p:cNvGrpSpPr/>
            <p:nvPr/>
          </p:nvGrpSpPr>
          <p:grpSpPr>
            <a:xfrm>
              <a:off x="-201897" y="42827"/>
              <a:ext cx="1029648" cy="1806572"/>
              <a:chOff x="455034" y="-121633"/>
              <a:chExt cx="629947" cy="1105275"/>
            </a:xfrm>
          </p:grpSpPr>
          <p:sp>
            <p:nvSpPr>
              <p:cNvPr id="87" name="Google Shape;87;p4"/>
              <p:cNvSpPr/>
              <p:nvPr/>
            </p:nvSpPr>
            <p:spPr>
              <a:xfrm>
                <a:off x="1007193" y="917077"/>
                <a:ext cx="77788" cy="66565"/>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4"/>
              <p:cNvSpPr/>
              <p:nvPr/>
            </p:nvSpPr>
            <p:spPr>
              <a:xfrm>
                <a:off x="455034" y="-121633"/>
                <a:ext cx="592137" cy="1045622"/>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4"/>
            <p:cNvGrpSpPr/>
            <p:nvPr/>
          </p:nvGrpSpPr>
          <p:grpSpPr>
            <a:xfrm>
              <a:off x="889287" y="4589548"/>
              <a:ext cx="471865" cy="38050"/>
              <a:chOff x="6298452" y="2390050"/>
              <a:chExt cx="140725" cy="11350"/>
            </a:xfrm>
          </p:grpSpPr>
          <p:sp>
            <p:nvSpPr>
              <p:cNvPr id="90" name="Google Shape;90;p4"/>
              <p:cNvSpPr/>
              <p:nvPr/>
            </p:nvSpPr>
            <p:spPr>
              <a:xfrm>
                <a:off x="6298452" y="2390050"/>
                <a:ext cx="70375" cy="11350"/>
              </a:xfrm>
              <a:custGeom>
                <a:rect b="b" l="l" r="r" t="t"/>
                <a:pathLst>
                  <a:path extrusionOk="0" h="454" w="2815">
                    <a:moveTo>
                      <a:pt x="1" y="1"/>
                    </a:moveTo>
                    <a:lnTo>
                      <a:pt x="1" y="453"/>
                    </a:lnTo>
                    <a:lnTo>
                      <a:pt x="2815" y="453"/>
                    </a:lnTo>
                    <a:lnTo>
                      <a:pt x="281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
              <p:cNvSpPr/>
              <p:nvPr/>
            </p:nvSpPr>
            <p:spPr>
              <a:xfrm>
                <a:off x="6382427" y="2390050"/>
                <a:ext cx="35150" cy="11350"/>
              </a:xfrm>
              <a:custGeom>
                <a:rect b="b" l="l" r="r" t="t"/>
                <a:pathLst>
                  <a:path extrusionOk="0" h="454" w="1406">
                    <a:moveTo>
                      <a:pt x="0" y="1"/>
                    </a:moveTo>
                    <a:lnTo>
                      <a:pt x="0" y="453"/>
                    </a:lnTo>
                    <a:lnTo>
                      <a:pt x="1405" y="453"/>
                    </a:lnTo>
                    <a:lnTo>
                      <a:pt x="140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4"/>
              <p:cNvSpPr/>
              <p:nvPr/>
            </p:nvSpPr>
            <p:spPr>
              <a:xfrm>
                <a:off x="6427952" y="2390050"/>
                <a:ext cx="11225" cy="11350"/>
              </a:xfrm>
              <a:custGeom>
                <a:rect b="b" l="l" r="r" t="t"/>
                <a:pathLst>
                  <a:path extrusionOk="0" h="454" w="449">
                    <a:moveTo>
                      <a:pt x="1" y="1"/>
                    </a:moveTo>
                    <a:lnTo>
                      <a:pt x="1" y="453"/>
                    </a:lnTo>
                    <a:lnTo>
                      <a:pt x="449" y="453"/>
                    </a:lnTo>
                    <a:lnTo>
                      <a:pt x="44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93" name="Google Shape;93;p4"/>
          <p:cNvGrpSpPr/>
          <p:nvPr/>
        </p:nvGrpSpPr>
        <p:grpSpPr>
          <a:xfrm>
            <a:off x="6133478" y="-1088649"/>
            <a:ext cx="7166740" cy="6435526"/>
            <a:chOff x="6133478" y="-1088649"/>
            <a:chExt cx="7166740" cy="6435526"/>
          </a:xfrm>
        </p:grpSpPr>
        <p:sp>
          <p:nvSpPr>
            <p:cNvPr id="94" name="Google Shape;94;p4"/>
            <p:cNvSpPr/>
            <p:nvPr/>
          </p:nvSpPr>
          <p:spPr>
            <a:xfrm>
              <a:off x="6133478" y="-1088649"/>
              <a:ext cx="7166740" cy="6435526"/>
            </a:xfrm>
            <a:custGeom>
              <a:rect b="b" l="l" r="r" t="t"/>
              <a:pathLst>
                <a:path extrusionOk="0" h="64222" w="71519">
                  <a:moveTo>
                    <a:pt x="160" y="0"/>
                  </a:moveTo>
                  <a:lnTo>
                    <a:pt x="0" y="160"/>
                  </a:lnTo>
                  <a:lnTo>
                    <a:pt x="26919" y="27079"/>
                  </a:lnTo>
                  <a:lnTo>
                    <a:pt x="26919" y="27956"/>
                  </a:lnTo>
                  <a:lnTo>
                    <a:pt x="30762" y="31798"/>
                  </a:lnTo>
                  <a:lnTo>
                    <a:pt x="32743" y="31798"/>
                  </a:lnTo>
                  <a:lnTo>
                    <a:pt x="38031" y="37086"/>
                  </a:lnTo>
                  <a:lnTo>
                    <a:pt x="44224" y="37086"/>
                  </a:lnTo>
                  <a:lnTo>
                    <a:pt x="71359" y="64221"/>
                  </a:lnTo>
                  <a:lnTo>
                    <a:pt x="71519" y="64061"/>
                  </a:lnTo>
                  <a:lnTo>
                    <a:pt x="42046" y="34588"/>
                  </a:lnTo>
                  <a:lnTo>
                    <a:pt x="42046" y="33035"/>
                  </a:lnTo>
                  <a:lnTo>
                    <a:pt x="38359" y="29353"/>
                  </a:lnTo>
                  <a:lnTo>
                    <a:pt x="35465" y="29353"/>
                  </a:lnTo>
                  <a:lnTo>
                    <a:pt x="28949" y="22836"/>
                  </a:lnTo>
                  <a:lnTo>
                    <a:pt x="22993" y="22836"/>
                  </a:lnTo>
                  <a:lnTo>
                    <a:pt x="16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 name="Google Shape;95;p4"/>
            <p:cNvGrpSpPr/>
            <p:nvPr/>
          </p:nvGrpSpPr>
          <p:grpSpPr>
            <a:xfrm>
              <a:off x="8193009" y="539516"/>
              <a:ext cx="618213" cy="306426"/>
              <a:chOff x="5989375" y="1843575"/>
              <a:chExt cx="136525" cy="67675"/>
            </a:xfrm>
          </p:grpSpPr>
          <p:sp>
            <p:nvSpPr>
              <p:cNvPr id="96" name="Google Shape;96;p4"/>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4"/>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4"/>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4"/>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4"/>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4"/>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4"/>
            <p:cNvGrpSpPr/>
            <p:nvPr/>
          </p:nvGrpSpPr>
          <p:grpSpPr>
            <a:xfrm>
              <a:off x="8389396" y="1055350"/>
              <a:ext cx="1228885" cy="2188720"/>
              <a:chOff x="8389396" y="1055350"/>
              <a:chExt cx="1228885" cy="2188720"/>
            </a:xfrm>
          </p:grpSpPr>
          <p:sp>
            <p:nvSpPr>
              <p:cNvPr id="105" name="Google Shape;105;p4"/>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8_1_1">
    <p:spTree>
      <p:nvGrpSpPr>
        <p:cNvPr id="107" name="Shape 107"/>
        <p:cNvGrpSpPr/>
        <p:nvPr/>
      </p:nvGrpSpPr>
      <p:grpSpPr>
        <a:xfrm>
          <a:off x="0" y="0"/>
          <a:ext cx="0" cy="0"/>
          <a:chOff x="0" y="0"/>
          <a:chExt cx="0" cy="0"/>
        </a:xfrm>
      </p:grpSpPr>
      <p:sp>
        <p:nvSpPr>
          <p:cNvPr id="108" name="Google Shape;108;p5"/>
          <p:cNvSpPr txBox="1"/>
          <p:nvPr>
            <p:ph type="title"/>
          </p:nvPr>
        </p:nvSpPr>
        <p:spPr>
          <a:xfrm>
            <a:off x="4587168" y="3394725"/>
            <a:ext cx="3621000" cy="402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200"/>
              <a:buNone/>
              <a:defRPr sz="2200"/>
            </a:lvl2pPr>
            <a:lvl3pPr lvl="2" algn="l">
              <a:lnSpc>
                <a:spcPct val="100000"/>
              </a:lnSpc>
              <a:spcBef>
                <a:spcPts val="0"/>
              </a:spcBef>
              <a:spcAft>
                <a:spcPts val="0"/>
              </a:spcAft>
              <a:buSzPts val="3200"/>
              <a:buNone/>
              <a:defRPr sz="2200"/>
            </a:lvl3pPr>
            <a:lvl4pPr lvl="3" algn="l">
              <a:lnSpc>
                <a:spcPct val="100000"/>
              </a:lnSpc>
              <a:spcBef>
                <a:spcPts val="0"/>
              </a:spcBef>
              <a:spcAft>
                <a:spcPts val="0"/>
              </a:spcAft>
              <a:buSzPts val="3200"/>
              <a:buNone/>
              <a:defRPr sz="2200"/>
            </a:lvl4pPr>
            <a:lvl5pPr lvl="4" algn="l">
              <a:lnSpc>
                <a:spcPct val="100000"/>
              </a:lnSpc>
              <a:spcBef>
                <a:spcPts val="0"/>
              </a:spcBef>
              <a:spcAft>
                <a:spcPts val="0"/>
              </a:spcAft>
              <a:buSzPts val="3200"/>
              <a:buNone/>
              <a:defRPr sz="2200"/>
            </a:lvl5pPr>
            <a:lvl6pPr lvl="5" algn="l">
              <a:lnSpc>
                <a:spcPct val="100000"/>
              </a:lnSpc>
              <a:spcBef>
                <a:spcPts val="0"/>
              </a:spcBef>
              <a:spcAft>
                <a:spcPts val="0"/>
              </a:spcAft>
              <a:buSzPts val="3200"/>
              <a:buNone/>
              <a:defRPr sz="2200"/>
            </a:lvl6pPr>
            <a:lvl7pPr lvl="6" algn="l">
              <a:lnSpc>
                <a:spcPct val="100000"/>
              </a:lnSpc>
              <a:spcBef>
                <a:spcPts val="0"/>
              </a:spcBef>
              <a:spcAft>
                <a:spcPts val="0"/>
              </a:spcAft>
              <a:buSzPts val="3200"/>
              <a:buNone/>
              <a:defRPr sz="2200"/>
            </a:lvl7pPr>
            <a:lvl8pPr lvl="7" algn="l">
              <a:lnSpc>
                <a:spcPct val="100000"/>
              </a:lnSpc>
              <a:spcBef>
                <a:spcPts val="0"/>
              </a:spcBef>
              <a:spcAft>
                <a:spcPts val="0"/>
              </a:spcAft>
              <a:buSzPts val="3200"/>
              <a:buNone/>
              <a:defRPr sz="2200"/>
            </a:lvl8pPr>
            <a:lvl9pPr lvl="8" algn="l">
              <a:lnSpc>
                <a:spcPct val="100000"/>
              </a:lnSpc>
              <a:spcBef>
                <a:spcPts val="0"/>
              </a:spcBef>
              <a:spcAft>
                <a:spcPts val="0"/>
              </a:spcAft>
              <a:buSzPts val="3200"/>
              <a:buNone/>
              <a:defRPr sz="2200"/>
            </a:lvl9pPr>
          </a:lstStyle>
          <a:p/>
        </p:txBody>
      </p:sp>
      <p:sp>
        <p:nvSpPr>
          <p:cNvPr id="109" name="Google Shape;109;p5"/>
          <p:cNvSpPr txBox="1"/>
          <p:nvPr>
            <p:ph idx="1" type="subTitle"/>
          </p:nvPr>
        </p:nvSpPr>
        <p:spPr>
          <a:xfrm>
            <a:off x="4587168" y="1310750"/>
            <a:ext cx="3621000" cy="1936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500"/>
              <a:buNone/>
              <a:defRPr sz="2400"/>
            </a:lvl1pPr>
            <a:lvl2pPr lvl="1" algn="l">
              <a:lnSpc>
                <a:spcPct val="100000"/>
              </a:lnSpc>
              <a:spcBef>
                <a:spcPts val="0"/>
              </a:spcBef>
              <a:spcAft>
                <a:spcPts val="0"/>
              </a:spcAft>
              <a:buSzPts val="1500"/>
              <a:buNone/>
              <a:defRPr sz="2400"/>
            </a:lvl2pPr>
            <a:lvl3pPr lvl="2" algn="l">
              <a:lnSpc>
                <a:spcPct val="100000"/>
              </a:lnSpc>
              <a:spcBef>
                <a:spcPts val="0"/>
              </a:spcBef>
              <a:spcAft>
                <a:spcPts val="0"/>
              </a:spcAft>
              <a:buSzPts val="1500"/>
              <a:buNone/>
              <a:defRPr sz="2400"/>
            </a:lvl3pPr>
            <a:lvl4pPr lvl="3" algn="l">
              <a:lnSpc>
                <a:spcPct val="100000"/>
              </a:lnSpc>
              <a:spcBef>
                <a:spcPts val="0"/>
              </a:spcBef>
              <a:spcAft>
                <a:spcPts val="0"/>
              </a:spcAft>
              <a:buSzPts val="1500"/>
              <a:buNone/>
              <a:defRPr sz="2400"/>
            </a:lvl4pPr>
            <a:lvl5pPr lvl="4" algn="l">
              <a:lnSpc>
                <a:spcPct val="100000"/>
              </a:lnSpc>
              <a:spcBef>
                <a:spcPts val="0"/>
              </a:spcBef>
              <a:spcAft>
                <a:spcPts val="0"/>
              </a:spcAft>
              <a:buSzPts val="1500"/>
              <a:buNone/>
              <a:defRPr sz="2400"/>
            </a:lvl5pPr>
            <a:lvl6pPr lvl="5" algn="l">
              <a:lnSpc>
                <a:spcPct val="100000"/>
              </a:lnSpc>
              <a:spcBef>
                <a:spcPts val="0"/>
              </a:spcBef>
              <a:spcAft>
                <a:spcPts val="0"/>
              </a:spcAft>
              <a:buSzPts val="1500"/>
              <a:buNone/>
              <a:defRPr sz="2400"/>
            </a:lvl6pPr>
            <a:lvl7pPr lvl="6" algn="l">
              <a:lnSpc>
                <a:spcPct val="100000"/>
              </a:lnSpc>
              <a:spcBef>
                <a:spcPts val="0"/>
              </a:spcBef>
              <a:spcAft>
                <a:spcPts val="0"/>
              </a:spcAft>
              <a:buSzPts val="1500"/>
              <a:buNone/>
              <a:defRPr sz="2400"/>
            </a:lvl7pPr>
            <a:lvl8pPr lvl="7" algn="l">
              <a:lnSpc>
                <a:spcPct val="100000"/>
              </a:lnSpc>
              <a:spcBef>
                <a:spcPts val="0"/>
              </a:spcBef>
              <a:spcAft>
                <a:spcPts val="0"/>
              </a:spcAft>
              <a:buSzPts val="1500"/>
              <a:buNone/>
              <a:defRPr sz="2400"/>
            </a:lvl8pPr>
            <a:lvl9pPr lvl="8" algn="l">
              <a:lnSpc>
                <a:spcPct val="100000"/>
              </a:lnSpc>
              <a:spcBef>
                <a:spcPts val="0"/>
              </a:spcBef>
              <a:spcAft>
                <a:spcPts val="0"/>
              </a:spcAft>
              <a:buSzPts val="1500"/>
              <a:buNone/>
              <a:defRPr sz="2400"/>
            </a:lvl9pPr>
          </a:lstStyle>
          <a:p/>
        </p:txBody>
      </p:sp>
      <p:sp>
        <p:nvSpPr>
          <p:cNvPr id="110" name="Google Shape;110;p5"/>
          <p:cNvSpPr/>
          <p:nvPr/>
        </p:nvSpPr>
        <p:spPr>
          <a:xfrm flipH="1" rot="10800000">
            <a:off x="-2805872" y="-337401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5"/>
          <p:cNvGrpSpPr/>
          <p:nvPr/>
        </p:nvGrpSpPr>
        <p:grpSpPr>
          <a:xfrm>
            <a:off x="6484849" y="3631194"/>
            <a:ext cx="3213277" cy="3529320"/>
            <a:chOff x="6484849" y="3631194"/>
            <a:chExt cx="3213277" cy="3529320"/>
          </a:xfrm>
        </p:grpSpPr>
        <p:sp>
          <p:nvSpPr>
            <p:cNvPr id="112" name="Google Shape;112;p5"/>
            <p:cNvSpPr/>
            <p:nvPr/>
          </p:nvSpPr>
          <p:spPr>
            <a:xfrm>
              <a:off x="7145128" y="3944492"/>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3" name="Google Shape;113;p5"/>
            <p:cNvGrpSpPr/>
            <p:nvPr/>
          </p:nvGrpSpPr>
          <p:grpSpPr>
            <a:xfrm flipH="1" rot="10800000">
              <a:off x="6484849" y="3631194"/>
              <a:ext cx="2431677" cy="3529320"/>
              <a:chOff x="6769513" y="299393"/>
              <a:chExt cx="1308620" cy="1899526"/>
            </a:xfrm>
          </p:grpSpPr>
          <p:sp>
            <p:nvSpPr>
              <p:cNvPr id="114" name="Google Shape;114;p5"/>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5"/>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5"/>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20" name="Google Shape;120;p5"/>
          <p:cNvGrpSpPr/>
          <p:nvPr/>
        </p:nvGrpSpPr>
        <p:grpSpPr>
          <a:xfrm>
            <a:off x="7545817" y="-192998"/>
            <a:ext cx="2586938" cy="1464987"/>
            <a:chOff x="7545817" y="-192998"/>
            <a:chExt cx="2586938" cy="1464987"/>
          </a:xfrm>
        </p:grpSpPr>
        <p:sp>
          <p:nvSpPr>
            <p:cNvPr id="121" name="Google Shape;121;p5"/>
            <p:cNvSpPr/>
            <p:nvPr/>
          </p:nvSpPr>
          <p:spPr>
            <a:xfrm flipH="1" rot="5400000">
              <a:off x="8106792" y="-753973"/>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2" name="Google Shape;122;p5"/>
            <p:cNvGrpSpPr/>
            <p:nvPr/>
          </p:nvGrpSpPr>
          <p:grpSpPr>
            <a:xfrm>
              <a:off x="7545825" y="435764"/>
              <a:ext cx="827314" cy="410158"/>
              <a:chOff x="5989375" y="1843575"/>
              <a:chExt cx="136525" cy="67675"/>
            </a:xfrm>
          </p:grpSpPr>
          <p:sp>
            <p:nvSpPr>
              <p:cNvPr id="123" name="Google Shape;123;p5"/>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5"/>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5"/>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grpSp>
        <p:nvGrpSpPr>
          <p:cNvPr id="132" name="Google Shape;132;p6"/>
          <p:cNvGrpSpPr/>
          <p:nvPr/>
        </p:nvGrpSpPr>
        <p:grpSpPr>
          <a:xfrm>
            <a:off x="-859697" y="-661345"/>
            <a:ext cx="2552998" cy="2062932"/>
            <a:chOff x="-859697" y="-661345"/>
            <a:chExt cx="2552998" cy="2062932"/>
          </a:xfrm>
        </p:grpSpPr>
        <p:sp>
          <p:nvSpPr>
            <p:cNvPr id="133" name="Google Shape;133;p6"/>
            <p:cNvSpPr/>
            <p:nvPr/>
          </p:nvSpPr>
          <p:spPr>
            <a:xfrm>
              <a:off x="-859697" y="-661345"/>
              <a:ext cx="2552998" cy="1507261"/>
            </a:xfrm>
            <a:custGeom>
              <a:rect b="b" l="l" r="r" t="t"/>
              <a:pathLst>
                <a:path extrusionOk="0" h="10160" w="17209">
                  <a:moveTo>
                    <a:pt x="13158" y="0"/>
                  </a:moveTo>
                  <a:lnTo>
                    <a:pt x="9820" y="3343"/>
                  </a:lnTo>
                  <a:lnTo>
                    <a:pt x="6778" y="3343"/>
                  </a:lnTo>
                  <a:lnTo>
                    <a:pt x="1" y="10119"/>
                  </a:lnTo>
                  <a:lnTo>
                    <a:pt x="6353" y="10159"/>
                  </a:lnTo>
                  <a:lnTo>
                    <a:pt x="8319" y="8198"/>
                  </a:lnTo>
                  <a:lnTo>
                    <a:pt x="9015" y="8198"/>
                  </a:lnTo>
                  <a:lnTo>
                    <a:pt x="1720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p:nvPr/>
          </p:nvSpPr>
          <p:spPr>
            <a:xfrm>
              <a:off x="-107627" y="-466741"/>
              <a:ext cx="1226141" cy="1868328"/>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5" name="Google Shape;135;p6"/>
          <p:cNvGrpSpPr/>
          <p:nvPr/>
        </p:nvGrpSpPr>
        <p:grpSpPr>
          <a:xfrm>
            <a:off x="7218415" y="1203967"/>
            <a:ext cx="3942357" cy="4639226"/>
            <a:chOff x="7276179" y="1051567"/>
            <a:chExt cx="3942357" cy="4639226"/>
          </a:xfrm>
        </p:grpSpPr>
        <p:sp>
          <p:nvSpPr>
            <p:cNvPr id="136" name="Google Shape;136;p6"/>
            <p:cNvSpPr/>
            <p:nvPr/>
          </p:nvSpPr>
          <p:spPr>
            <a:xfrm>
              <a:off x="7276179" y="3686213"/>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7" name="Google Shape;137;p6"/>
            <p:cNvGrpSpPr/>
            <p:nvPr/>
          </p:nvGrpSpPr>
          <p:grpSpPr>
            <a:xfrm>
              <a:off x="8615789" y="1051567"/>
              <a:ext cx="2602747" cy="3802366"/>
              <a:chOff x="278245" y="-112475"/>
              <a:chExt cx="2281910" cy="3333654"/>
            </a:xfrm>
          </p:grpSpPr>
          <p:grpSp>
            <p:nvGrpSpPr>
              <p:cNvPr id="138" name="Google Shape;138;p6"/>
              <p:cNvGrpSpPr/>
              <p:nvPr/>
            </p:nvGrpSpPr>
            <p:grpSpPr>
              <a:xfrm>
                <a:off x="278245" y="-112475"/>
                <a:ext cx="2281910" cy="3264909"/>
                <a:chOff x="1181475" y="2060725"/>
                <a:chExt cx="600250" cy="858825"/>
              </a:xfrm>
            </p:grpSpPr>
            <p:sp>
              <p:nvSpPr>
                <p:cNvPr id="139" name="Google Shape;139;p6"/>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6"/>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 name="Google Shape;141;p6"/>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2" name="Google Shape;142;p6"/>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Font typeface="Fredoka"/>
              <a:buNone/>
              <a:defRPr/>
            </a:lvl1pPr>
            <a:lvl2pPr lvl="1" algn="ctr">
              <a:lnSpc>
                <a:spcPct val="100000"/>
              </a:lnSpc>
              <a:spcBef>
                <a:spcPts val="0"/>
              </a:spcBef>
              <a:spcAft>
                <a:spcPts val="0"/>
              </a:spcAft>
              <a:buSzPts val="3000"/>
              <a:buFont typeface="Fredoka"/>
              <a:buNone/>
              <a:defRPr sz="3000">
                <a:latin typeface="Fredoka"/>
                <a:ea typeface="Fredoka"/>
                <a:cs typeface="Fredoka"/>
                <a:sym typeface="Fredoka"/>
              </a:defRPr>
            </a:lvl2pPr>
            <a:lvl3pPr lvl="2" algn="ctr">
              <a:lnSpc>
                <a:spcPct val="100000"/>
              </a:lnSpc>
              <a:spcBef>
                <a:spcPts val="0"/>
              </a:spcBef>
              <a:spcAft>
                <a:spcPts val="0"/>
              </a:spcAft>
              <a:buSzPts val="3000"/>
              <a:buFont typeface="Fredoka"/>
              <a:buNone/>
              <a:defRPr sz="3000">
                <a:latin typeface="Fredoka"/>
                <a:ea typeface="Fredoka"/>
                <a:cs typeface="Fredoka"/>
                <a:sym typeface="Fredoka"/>
              </a:defRPr>
            </a:lvl3pPr>
            <a:lvl4pPr lvl="3" algn="ctr">
              <a:lnSpc>
                <a:spcPct val="100000"/>
              </a:lnSpc>
              <a:spcBef>
                <a:spcPts val="0"/>
              </a:spcBef>
              <a:spcAft>
                <a:spcPts val="0"/>
              </a:spcAft>
              <a:buSzPts val="3000"/>
              <a:buFont typeface="Fredoka"/>
              <a:buNone/>
              <a:defRPr sz="3000">
                <a:latin typeface="Fredoka"/>
                <a:ea typeface="Fredoka"/>
                <a:cs typeface="Fredoka"/>
                <a:sym typeface="Fredoka"/>
              </a:defRPr>
            </a:lvl4pPr>
            <a:lvl5pPr lvl="4" algn="ctr">
              <a:lnSpc>
                <a:spcPct val="100000"/>
              </a:lnSpc>
              <a:spcBef>
                <a:spcPts val="0"/>
              </a:spcBef>
              <a:spcAft>
                <a:spcPts val="0"/>
              </a:spcAft>
              <a:buSzPts val="3000"/>
              <a:buFont typeface="Fredoka"/>
              <a:buNone/>
              <a:defRPr sz="3000">
                <a:latin typeface="Fredoka"/>
                <a:ea typeface="Fredoka"/>
                <a:cs typeface="Fredoka"/>
                <a:sym typeface="Fredoka"/>
              </a:defRPr>
            </a:lvl5pPr>
            <a:lvl6pPr lvl="5" algn="ctr">
              <a:lnSpc>
                <a:spcPct val="100000"/>
              </a:lnSpc>
              <a:spcBef>
                <a:spcPts val="0"/>
              </a:spcBef>
              <a:spcAft>
                <a:spcPts val="0"/>
              </a:spcAft>
              <a:buSzPts val="3000"/>
              <a:buFont typeface="Fredoka"/>
              <a:buNone/>
              <a:defRPr sz="3000">
                <a:latin typeface="Fredoka"/>
                <a:ea typeface="Fredoka"/>
                <a:cs typeface="Fredoka"/>
                <a:sym typeface="Fredoka"/>
              </a:defRPr>
            </a:lvl6pPr>
            <a:lvl7pPr lvl="6" algn="ctr">
              <a:lnSpc>
                <a:spcPct val="100000"/>
              </a:lnSpc>
              <a:spcBef>
                <a:spcPts val="0"/>
              </a:spcBef>
              <a:spcAft>
                <a:spcPts val="0"/>
              </a:spcAft>
              <a:buSzPts val="3000"/>
              <a:buFont typeface="Fredoka"/>
              <a:buNone/>
              <a:defRPr sz="3000">
                <a:latin typeface="Fredoka"/>
                <a:ea typeface="Fredoka"/>
                <a:cs typeface="Fredoka"/>
                <a:sym typeface="Fredoka"/>
              </a:defRPr>
            </a:lvl7pPr>
            <a:lvl8pPr lvl="7" algn="ctr">
              <a:lnSpc>
                <a:spcPct val="100000"/>
              </a:lnSpc>
              <a:spcBef>
                <a:spcPts val="0"/>
              </a:spcBef>
              <a:spcAft>
                <a:spcPts val="0"/>
              </a:spcAft>
              <a:buSzPts val="3000"/>
              <a:buFont typeface="Fredoka"/>
              <a:buNone/>
              <a:defRPr sz="3000">
                <a:latin typeface="Fredoka"/>
                <a:ea typeface="Fredoka"/>
                <a:cs typeface="Fredoka"/>
                <a:sym typeface="Fredoka"/>
              </a:defRPr>
            </a:lvl8pPr>
            <a:lvl9pPr lvl="8" algn="ctr">
              <a:lnSpc>
                <a:spcPct val="100000"/>
              </a:lnSpc>
              <a:spcBef>
                <a:spcPts val="0"/>
              </a:spcBef>
              <a:spcAft>
                <a:spcPts val="0"/>
              </a:spcAft>
              <a:buSzPts val="3000"/>
              <a:buFont typeface="Fredoka"/>
              <a:buNone/>
              <a:defRPr sz="3000">
                <a:latin typeface="Fredoka"/>
                <a:ea typeface="Fredoka"/>
                <a:cs typeface="Fredoka"/>
                <a:sym typeface="Fredok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_2_1">
    <p:spTree>
      <p:nvGrpSpPr>
        <p:cNvPr id="143" name="Shape 143"/>
        <p:cNvGrpSpPr/>
        <p:nvPr/>
      </p:nvGrpSpPr>
      <p:grpSpPr>
        <a:xfrm>
          <a:off x="0" y="0"/>
          <a:ext cx="0" cy="0"/>
          <a:chOff x="0" y="0"/>
          <a:chExt cx="0" cy="0"/>
        </a:xfrm>
      </p:grpSpPr>
      <p:grpSp>
        <p:nvGrpSpPr>
          <p:cNvPr id="144" name="Google Shape;144;p7"/>
          <p:cNvGrpSpPr/>
          <p:nvPr/>
        </p:nvGrpSpPr>
        <p:grpSpPr>
          <a:xfrm>
            <a:off x="-655997" y="3837819"/>
            <a:ext cx="4859943" cy="2698430"/>
            <a:chOff x="-788304" y="3837819"/>
            <a:chExt cx="4859943" cy="2698430"/>
          </a:xfrm>
        </p:grpSpPr>
        <p:sp>
          <p:nvSpPr>
            <p:cNvPr id="145" name="Google Shape;145;p7"/>
            <p:cNvSpPr/>
            <p:nvPr/>
          </p:nvSpPr>
          <p:spPr>
            <a:xfrm flipH="1">
              <a:off x="-788304" y="4174967"/>
              <a:ext cx="2494083" cy="1471900"/>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6" name="Google Shape;146;p7"/>
            <p:cNvGrpSpPr/>
            <p:nvPr/>
          </p:nvGrpSpPr>
          <p:grpSpPr>
            <a:xfrm flipH="1">
              <a:off x="1320303" y="4461358"/>
              <a:ext cx="647438" cy="321825"/>
              <a:chOff x="7990044" y="3252744"/>
              <a:chExt cx="516875" cy="256925"/>
            </a:xfrm>
          </p:grpSpPr>
          <p:sp>
            <p:nvSpPr>
              <p:cNvPr id="147" name="Google Shape;147;p7"/>
              <p:cNvSpPr/>
              <p:nvPr/>
            </p:nvSpPr>
            <p:spPr>
              <a:xfrm>
                <a:off x="8208922" y="3431894"/>
                <a:ext cx="78111" cy="77775"/>
              </a:xfrm>
              <a:custGeom>
                <a:rect b="b" l="l" r="r" t="t"/>
                <a:pathLst>
                  <a:path extrusionOk="0" h="926" w="930">
                    <a:moveTo>
                      <a:pt x="129" y="1"/>
                    </a:moveTo>
                    <a:lnTo>
                      <a:pt x="1" y="125"/>
                    </a:lnTo>
                    <a:lnTo>
                      <a:pt x="801" y="926"/>
                    </a:lnTo>
                    <a:lnTo>
                      <a:pt x="929"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7"/>
              <p:cNvSpPr/>
              <p:nvPr/>
            </p:nvSpPr>
            <p:spPr>
              <a:xfrm>
                <a:off x="8208922" y="3431558"/>
                <a:ext cx="77775" cy="77775"/>
              </a:xfrm>
              <a:custGeom>
                <a:rect b="b" l="l" r="r" t="t"/>
                <a:pathLst>
                  <a:path extrusionOk="0" h="926" w="926">
                    <a:moveTo>
                      <a:pt x="801" y="1"/>
                    </a:moveTo>
                    <a:lnTo>
                      <a:pt x="1" y="798"/>
                    </a:lnTo>
                    <a:lnTo>
                      <a:pt x="125" y="926"/>
                    </a:lnTo>
                    <a:lnTo>
                      <a:pt x="925"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7"/>
              <p:cNvSpPr/>
              <p:nvPr/>
            </p:nvSpPr>
            <p:spPr>
              <a:xfrm>
                <a:off x="7990044" y="3431894"/>
                <a:ext cx="78111" cy="77775"/>
              </a:xfrm>
              <a:custGeom>
                <a:rect b="b" l="l" r="r" t="t"/>
                <a:pathLst>
                  <a:path extrusionOk="0" h="926" w="930">
                    <a:moveTo>
                      <a:pt x="129" y="1"/>
                    </a:moveTo>
                    <a:lnTo>
                      <a:pt x="1" y="125"/>
                    </a:lnTo>
                    <a:lnTo>
                      <a:pt x="801" y="926"/>
                    </a:lnTo>
                    <a:lnTo>
                      <a:pt x="930" y="798"/>
                    </a:lnTo>
                    <a:lnTo>
                      <a:pt x="12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7"/>
              <p:cNvSpPr/>
              <p:nvPr/>
            </p:nvSpPr>
            <p:spPr>
              <a:xfrm>
                <a:off x="7990044" y="3431558"/>
                <a:ext cx="77775" cy="77775"/>
              </a:xfrm>
              <a:custGeom>
                <a:rect b="b" l="l" r="r" t="t"/>
                <a:pathLst>
                  <a:path extrusionOk="0" h="926" w="926">
                    <a:moveTo>
                      <a:pt x="801" y="1"/>
                    </a:moveTo>
                    <a:lnTo>
                      <a:pt x="1" y="798"/>
                    </a:lnTo>
                    <a:lnTo>
                      <a:pt x="129" y="926"/>
                    </a:lnTo>
                    <a:lnTo>
                      <a:pt x="926" y="125"/>
                    </a:lnTo>
                    <a:lnTo>
                      <a:pt x="80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7"/>
              <p:cNvSpPr/>
              <p:nvPr/>
            </p:nvSpPr>
            <p:spPr>
              <a:xfrm>
                <a:off x="8428808"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7"/>
              <p:cNvSpPr/>
              <p:nvPr/>
            </p:nvSpPr>
            <p:spPr>
              <a:xfrm>
                <a:off x="8429144" y="3253080"/>
                <a:ext cx="77775" cy="78111"/>
              </a:xfrm>
              <a:custGeom>
                <a:rect b="b" l="l" r="r" t="t"/>
                <a:pathLst>
                  <a:path extrusionOk="0" h="930" w="926">
                    <a:moveTo>
                      <a:pt x="797" y="0"/>
                    </a:moveTo>
                    <a:lnTo>
                      <a:pt x="1" y="801"/>
                    </a:lnTo>
                    <a:lnTo>
                      <a:pt x="125" y="929"/>
                    </a:lnTo>
                    <a:lnTo>
                      <a:pt x="925" y="129"/>
                    </a:lnTo>
                    <a:lnTo>
                      <a:pt x="79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7"/>
              <p:cNvSpPr/>
              <p:nvPr/>
            </p:nvSpPr>
            <p:spPr>
              <a:xfrm>
                <a:off x="8209930" y="3252744"/>
                <a:ext cx="78111" cy="78111"/>
              </a:xfrm>
              <a:custGeom>
                <a:rect b="b" l="l" r="r" t="t"/>
                <a:pathLst>
                  <a:path extrusionOk="0" h="930" w="930">
                    <a:moveTo>
                      <a:pt x="129" y="0"/>
                    </a:moveTo>
                    <a:lnTo>
                      <a:pt x="1" y="129"/>
                    </a:lnTo>
                    <a:lnTo>
                      <a:pt x="801" y="929"/>
                    </a:lnTo>
                    <a:lnTo>
                      <a:pt x="929" y="801"/>
                    </a:lnTo>
                    <a:lnTo>
                      <a:pt x="12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8210266" y="3253080"/>
                <a:ext cx="77775" cy="78111"/>
              </a:xfrm>
              <a:custGeom>
                <a:rect b="b" l="l" r="r" t="t"/>
                <a:pathLst>
                  <a:path extrusionOk="0" h="930" w="926">
                    <a:moveTo>
                      <a:pt x="801" y="0"/>
                    </a:moveTo>
                    <a:lnTo>
                      <a:pt x="1" y="801"/>
                    </a:lnTo>
                    <a:lnTo>
                      <a:pt x="125" y="929"/>
                    </a:lnTo>
                    <a:lnTo>
                      <a:pt x="925" y="129"/>
                    </a:lnTo>
                    <a:lnTo>
                      <a:pt x="80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5" name="Google Shape;155;p7"/>
            <p:cNvGrpSpPr/>
            <p:nvPr/>
          </p:nvGrpSpPr>
          <p:grpSpPr>
            <a:xfrm rot="5400000">
              <a:off x="813121" y="3277731"/>
              <a:ext cx="2698430" cy="3818606"/>
              <a:chOff x="7726148" y="777978"/>
              <a:chExt cx="2698430" cy="3818606"/>
            </a:xfrm>
          </p:grpSpPr>
          <p:sp>
            <p:nvSpPr>
              <p:cNvPr id="156" name="Google Shape;156;p7"/>
              <p:cNvSpPr/>
              <p:nvPr/>
            </p:nvSpPr>
            <p:spPr>
              <a:xfrm>
                <a:off x="7726148" y="4468667"/>
                <a:ext cx="148998" cy="127917"/>
              </a:xfrm>
              <a:custGeom>
                <a:rect b="b" l="l" r="r" t="t"/>
                <a:pathLst>
                  <a:path extrusionOk="0" h="1523" w="1774">
                    <a:moveTo>
                      <a:pt x="757" y="406"/>
                    </a:moveTo>
                    <a:cubicBezTo>
                      <a:pt x="1077" y="406"/>
                      <a:pt x="1238" y="790"/>
                      <a:pt x="1009" y="1014"/>
                    </a:cubicBezTo>
                    <a:cubicBezTo>
                      <a:pt x="937" y="1087"/>
                      <a:pt x="847" y="1120"/>
                      <a:pt x="759" y="1120"/>
                    </a:cubicBezTo>
                    <a:cubicBezTo>
                      <a:pt x="576" y="1120"/>
                      <a:pt x="401" y="978"/>
                      <a:pt x="401" y="762"/>
                    </a:cubicBezTo>
                    <a:cubicBezTo>
                      <a:pt x="401" y="566"/>
                      <a:pt x="561" y="406"/>
                      <a:pt x="757" y="406"/>
                    </a:cubicBezTo>
                    <a:close/>
                    <a:moveTo>
                      <a:pt x="764" y="1"/>
                    </a:moveTo>
                    <a:cubicBezTo>
                      <a:pt x="374" y="1"/>
                      <a:pt x="1" y="305"/>
                      <a:pt x="1" y="762"/>
                    </a:cubicBezTo>
                    <a:cubicBezTo>
                      <a:pt x="1" y="1182"/>
                      <a:pt x="337" y="1519"/>
                      <a:pt x="757" y="1523"/>
                    </a:cubicBezTo>
                    <a:cubicBezTo>
                      <a:pt x="1434" y="1523"/>
                      <a:pt x="1774" y="702"/>
                      <a:pt x="1294" y="226"/>
                    </a:cubicBezTo>
                    <a:cubicBezTo>
                      <a:pt x="1139" y="70"/>
                      <a:pt x="950" y="1"/>
                      <a:pt x="76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7"/>
              <p:cNvSpPr/>
              <p:nvPr/>
            </p:nvSpPr>
            <p:spPr>
              <a:xfrm>
                <a:off x="9887546" y="2617023"/>
                <a:ext cx="520234" cy="519814"/>
              </a:xfrm>
              <a:custGeom>
                <a:rect b="b" l="l" r="r" t="t"/>
                <a:pathLst>
                  <a:path extrusionOk="0" h="6189" w="6194">
                    <a:moveTo>
                      <a:pt x="4428" y="0"/>
                    </a:moveTo>
                    <a:lnTo>
                      <a:pt x="2214" y="2214"/>
                    </a:lnTo>
                    <a:lnTo>
                      <a:pt x="1" y="4427"/>
                    </a:lnTo>
                    <a:lnTo>
                      <a:pt x="1" y="6188"/>
                    </a:lnTo>
                    <a:lnTo>
                      <a:pt x="3095" y="3094"/>
                    </a:lnTo>
                    <a:lnTo>
                      <a:pt x="61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7"/>
              <p:cNvSpPr/>
              <p:nvPr/>
            </p:nvSpPr>
            <p:spPr>
              <a:xfrm>
                <a:off x="7813245" y="777978"/>
                <a:ext cx="2611333" cy="3736295"/>
              </a:xfrm>
              <a:custGeom>
                <a:rect b="b" l="l" r="r" t="t"/>
                <a:pathLst>
                  <a:path extrusionOk="0" h="44485" w="31091">
                    <a:moveTo>
                      <a:pt x="28921" y="1"/>
                    </a:moveTo>
                    <a:lnTo>
                      <a:pt x="23577" y="5344"/>
                    </a:lnTo>
                    <a:lnTo>
                      <a:pt x="23577" y="11525"/>
                    </a:lnTo>
                    <a:lnTo>
                      <a:pt x="30686" y="18638"/>
                    </a:lnTo>
                    <a:lnTo>
                      <a:pt x="30686" y="21984"/>
                    </a:lnTo>
                    <a:lnTo>
                      <a:pt x="19218" y="33456"/>
                    </a:lnTo>
                    <a:lnTo>
                      <a:pt x="10744" y="33456"/>
                    </a:lnTo>
                    <a:lnTo>
                      <a:pt x="10688" y="33512"/>
                    </a:lnTo>
                    <a:lnTo>
                      <a:pt x="0" y="44200"/>
                    </a:lnTo>
                    <a:lnTo>
                      <a:pt x="285" y="44484"/>
                    </a:lnTo>
                    <a:lnTo>
                      <a:pt x="10912" y="33857"/>
                    </a:lnTo>
                    <a:lnTo>
                      <a:pt x="19382" y="33857"/>
                    </a:lnTo>
                    <a:lnTo>
                      <a:pt x="19442" y="33797"/>
                    </a:lnTo>
                    <a:lnTo>
                      <a:pt x="31090" y="22148"/>
                    </a:lnTo>
                    <a:lnTo>
                      <a:pt x="31090" y="18474"/>
                    </a:lnTo>
                    <a:lnTo>
                      <a:pt x="23977" y="11361"/>
                    </a:lnTo>
                    <a:lnTo>
                      <a:pt x="23977" y="5509"/>
                    </a:lnTo>
                    <a:lnTo>
                      <a:pt x="29205" y="285"/>
                    </a:lnTo>
                    <a:lnTo>
                      <a:pt x="2892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59" name="Google Shape;159;p7"/>
          <p:cNvGrpSpPr/>
          <p:nvPr/>
        </p:nvGrpSpPr>
        <p:grpSpPr>
          <a:xfrm flipH="1">
            <a:off x="5745067" y="-1801575"/>
            <a:ext cx="4054930" cy="3690696"/>
            <a:chOff x="-626842" y="-1801575"/>
            <a:chExt cx="4054930" cy="3690696"/>
          </a:xfrm>
        </p:grpSpPr>
        <p:sp>
          <p:nvSpPr>
            <p:cNvPr id="160" name="Google Shape;160;p7"/>
            <p:cNvSpPr/>
            <p:nvPr/>
          </p:nvSpPr>
          <p:spPr>
            <a:xfrm>
              <a:off x="-626842" y="-190870"/>
              <a:ext cx="2698418" cy="1592456"/>
            </a:xfrm>
            <a:custGeom>
              <a:rect b="b" l="l" r="r" t="t"/>
              <a:pathLst>
                <a:path extrusionOk="0" h="13154" w="22289">
                  <a:moveTo>
                    <a:pt x="14063" y="0"/>
                  </a:moveTo>
                  <a:lnTo>
                    <a:pt x="11521" y="2542"/>
                  </a:lnTo>
                  <a:lnTo>
                    <a:pt x="10616" y="2542"/>
                  </a:lnTo>
                  <a:lnTo>
                    <a:pt x="1" y="13154"/>
                  </a:lnTo>
                  <a:lnTo>
                    <a:pt x="5249" y="13154"/>
                  </a:lnTo>
                  <a:lnTo>
                    <a:pt x="9572" y="8831"/>
                  </a:lnTo>
                  <a:lnTo>
                    <a:pt x="13515" y="8831"/>
                  </a:lnTo>
                  <a:lnTo>
                    <a:pt x="22289" y="52"/>
                  </a:lnTo>
                  <a:lnTo>
                    <a:pt x="1406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1" name="Google Shape;161;p7"/>
            <p:cNvGrpSpPr/>
            <p:nvPr/>
          </p:nvGrpSpPr>
          <p:grpSpPr>
            <a:xfrm rot="10800000">
              <a:off x="388735" y="-1801575"/>
              <a:ext cx="3039353" cy="3203144"/>
              <a:chOff x="7797455" y="1505164"/>
              <a:chExt cx="3773251" cy="3976591"/>
            </a:xfrm>
          </p:grpSpPr>
          <p:sp>
            <p:nvSpPr>
              <p:cNvPr id="162" name="Google Shape;162;p7"/>
              <p:cNvSpPr/>
              <p:nvPr/>
            </p:nvSpPr>
            <p:spPr>
              <a:xfrm>
                <a:off x="8507171" y="4423732"/>
                <a:ext cx="375603" cy="375939"/>
              </a:xfrm>
              <a:custGeom>
                <a:rect b="b" l="l" r="r" t="t"/>
                <a:pathLst>
                  <a:path extrusionOk="0" h="4476" w="4472">
                    <a:moveTo>
                      <a:pt x="4471" y="0"/>
                    </a:moveTo>
                    <a:lnTo>
                      <a:pt x="2234" y="2238"/>
                    </a:lnTo>
                    <a:lnTo>
                      <a:pt x="0" y="4475"/>
                    </a:lnTo>
                    <a:lnTo>
                      <a:pt x="1273" y="4475"/>
                    </a:lnTo>
                    <a:lnTo>
                      <a:pt x="2870" y="2874"/>
                    </a:lnTo>
                    <a:lnTo>
                      <a:pt x="4471" y="1273"/>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7"/>
              <p:cNvSpPr/>
              <p:nvPr/>
            </p:nvSpPr>
            <p:spPr>
              <a:xfrm>
                <a:off x="7797455" y="5326373"/>
                <a:ext cx="181250" cy="155382"/>
              </a:xfrm>
              <a:custGeom>
                <a:rect b="b" l="l" r="r" t="t"/>
                <a:pathLst>
                  <a:path extrusionOk="0" h="1850" w="2158">
                    <a:moveTo>
                      <a:pt x="1231" y="488"/>
                    </a:moveTo>
                    <a:cubicBezTo>
                      <a:pt x="1455" y="488"/>
                      <a:pt x="1669" y="663"/>
                      <a:pt x="1669" y="925"/>
                    </a:cubicBezTo>
                    <a:cubicBezTo>
                      <a:pt x="1669" y="1166"/>
                      <a:pt x="1473" y="1362"/>
                      <a:pt x="1233" y="1362"/>
                    </a:cubicBezTo>
                    <a:cubicBezTo>
                      <a:pt x="845" y="1358"/>
                      <a:pt x="653" y="889"/>
                      <a:pt x="925" y="617"/>
                    </a:cubicBezTo>
                    <a:cubicBezTo>
                      <a:pt x="1014" y="528"/>
                      <a:pt x="1124" y="488"/>
                      <a:pt x="1231" y="488"/>
                    </a:cubicBezTo>
                    <a:close/>
                    <a:moveTo>
                      <a:pt x="1233" y="1"/>
                    </a:moveTo>
                    <a:cubicBezTo>
                      <a:pt x="413" y="1"/>
                      <a:pt x="0" y="998"/>
                      <a:pt x="581" y="1578"/>
                    </a:cubicBezTo>
                    <a:cubicBezTo>
                      <a:pt x="768" y="1765"/>
                      <a:pt x="999" y="1849"/>
                      <a:pt x="1226" y="1849"/>
                    </a:cubicBezTo>
                    <a:cubicBezTo>
                      <a:pt x="1701" y="1849"/>
                      <a:pt x="2158" y="1481"/>
                      <a:pt x="2158" y="925"/>
                    </a:cubicBezTo>
                    <a:cubicBezTo>
                      <a:pt x="2158" y="413"/>
                      <a:pt x="1746" y="1"/>
                      <a:pt x="123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7"/>
              <p:cNvSpPr/>
              <p:nvPr/>
            </p:nvSpPr>
            <p:spPr>
              <a:xfrm>
                <a:off x="11389036" y="1505164"/>
                <a:ext cx="181670" cy="155382"/>
              </a:xfrm>
              <a:custGeom>
                <a:rect b="b" l="l" r="r" t="t"/>
                <a:pathLst>
                  <a:path extrusionOk="0" h="1850" w="2163">
                    <a:moveTo>
                      <a:pt x="1233" y="488"/>
                    </a:moveTo>
                    <a:cubicBezTo>
                      <a:pt x="1457" y="488"/>
                      <a:pt x="1674" y="663"/>
                      <a:pt x="1674" y="925"/>
                    </a:cubicBezTo>
                    <a:cubicBezTo>
                      <a:pt x="1674" y="1166"/>
                      <a:pt x="1478" y="1358"/>
                      <a:pt x="1237" y="1362"/>
                    </a:cubicBezTo>
                    <a:cubicBezTo>
                      <a:pt x="849" y="1362"/>
                      <a:pt x="653" y="889"/>
                      <a:pt x="929" y="617"/>
                    </a:cubicBezTo>
                    <a:cubicBezTo>
                      <a:pt x="1017" y="528"/>
                      <a:pt x="1126" y="488"/>
                      <a:pt x="1233" y="488"/>
                    </a:cubicBezTo>
                    <a:close/>
                    <a:moveTo>
                      <a:pt x="1237" y="1"/>
                    </a:moveTo>
                    <a:cubicBezTo>
                      <a:pt x="413" y="1"/>
                      <a:pt x="1" y="998"/>
                      <a:pt x="585" y="1578"/>
                    </a:cubicBezTo>
                    <a:cubicBezTo>
                      <a:pt x="772" y="1765"/>
                      <a:pt x="1003" y="1849"/>
                      <a:pt x="1230" y="1849"/>
                    </a:cubicBezTo>
                    <a:cubicBezTo>
                      <a:pt x="1705" y="1849"/>
                      <a:pt x="2162" y="1481"/>
                      <a:pt x="2162" y="925"/>
                    </a:cubicBezTo>
                    <a:cubicBezTo>
                      <a:pt x="2162" y="413"/>
                      <a:pt x="1746" y="1"/>
                      <a:pt x="123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7"/>
              <p:cNvSpPr/>
              <p:nvPr/>
            </p:nvSpPr>
            <p:spPr>
              <a:xfrm>
                <a:off x="7919157" y="1639968"/>
                <a:ext cx="3594352" cy="3738983"/>
              </a:xfrm>
              <a:custGeom>
                <a:rect b="b" l="l" r="r" t="t"/>
                <a:pathLst>
                  <a:path extrusionOk="0" h="44517" w="42795">
                    <a:moveTo>
                      <a:pt x="42306" y="1"/>
                    </a:moveTo>
                    <a:lnTo>
                      <a:pt x="42306" y="12025"/>
                    </a:lnTo>
                    <a:lnTo>
                      <a:pt x="23925" y="30406"/>
                    </a:lnTo>
                    <a:lnTo>
                      <a:pt x="13762" y="30406"/>
                    </a:lnTo>
                    <a:lnTo>
                      <a:pt x="13690" y="30478"/>
                    </a:lnTo>
                    <a:lnTo>
                      <a:pt x="0" y="44172"/>
                    </a:lnTo>
                    <a:lnTo>
                      <a:pt x="345" y="44516"/>
                    </a:lnTo>
                    <a:lnTo>
                      <a:pt x="13966" y="30895"/>
                    </a:lnTo>
                    <a:lnTo>
                      <a:pt x="24125" y="30895"/>
                    </a:lnTo>
                    <a:lnTo>
                      <a:pt x="24197" y="30823"/>
                    </a:lnTo>
                    <a:lnTo>
                      <a:pt x="42795" y="12230"/>
                    </a:lnTo>
                    <a:lnTo>
                      <a:pt x="4279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6" name="Google Shape;166;p7"/>
            <p:cNvGrpSpPr/>
            <p:nvPr/>
          </p:nvGrpSpPr>
          <p:grpSpPr>
            <a:xfrm>
              <a:off x="331330" y="1630180"/>
              <a:ext cx="258605" cy="258941"/>
              <a:chOff x="8925357" y="2817675"/>
              <a:chExt cx="258605" cy="258941"/>
            </a:xfrm>
          </p:grpSpPr>
          <p:sp>
            <p:nvSpPr>
              <p:cNvPr id="167" name="Google Shape;167;p7"/>
              <p:cNvSpPr/>
              <p:nvPr/>
            </p:nvSpPr>
            <p:spPr>
              <a:xfrm>
                <a:off x="9033956" y="2817675"/>
                <a:ext cx="41155" cy="258941"/>
              </a:xfrm>
              <a:custGeom>
                <a:rect b="b" l="l" r="r" t="t"/>
                <a:pathLst>
                  <a:path extrusionOk="0" h="3083" w="490">
                    <a:moveTo>
                      <a:pt x="1" y="1"/>
                    </a:moveTo>
                    <a:lnTo>
                      <a:pt x="1" y="3083"/>
                    </a:lnTo>
                    <a:lnTo>
                      <a:pt x="489" y="3083"/>
                    </a:lnTo>
                    <a:lnTo>
                      <a:pt x="48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7"/>
              <p:cNvSpPr/>
              <p:nvPr/>
            </p:nvSpPr>
            <p:spPr>
              <a:xfrm>
                <a:off x="8925357" y="2926610"/>
                <a:ext cx="258605" cy="41155"/>
              </a:xfrm>
              <a:custGeom>
                <a:rect b="b" l="l" r="r" t="t"/>
                <a:pathLst>
                  <a:path extrusionOk="0" h="490" w="3079">
                    <a:moveTo>
                      <a:pt x="1" y="1"/>
                    </a:moveTo>
                    <a:lnTo>
                      <a:pt x="1" y="489"/>
                    </a:lnTo>
                    <a:lnTo>
                      <a:pt x="3079" y="489"/>
                    </a:lnTo>
                    <a:lnTo>
                      <a:pt x="307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9" name="Google Shape;169;p7"/>
          <p:cNvSpPr txBox="1"/>
          <p:nvPr>
            <p:ph type="title"/>
          </p:nvPr>
        </p:nvSpPr>
        <p:spPr>
          <a:xfrm>
            <a:off x="1478734" y="2019699"/>
            <a:ext cx="8859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170" name="Google Shape;170;p7"/>
          <p:cNvSpPr txBox="1"/>
          <p:nvPr>
            <p:ph idx="1" type="subTitle"/>
          </p:nvPr>
        </p:nvSpPr>
        <p:spPr>
          <a:xfrm>
            <a:off x="777784" y="2601579"/>
            <a:ext cx="22878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171" name="Google Shape;171;p7"/>
          <p:cNvSpPr txBox="1"/>
          <p:nvPr>
            <p:ph idx="2" type="subTitle"/>
          </p:nvPr>
        </p:nvSpPr>
        <p:spPr>
          <a:xfrm>
            <a:off x="777784" y="2972979"/>
            <a:ext cx="2287800" cy="888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2" name="Google Shape;172;p7"/>
          <p:cNvSpPr txBox="1"/>
          <p:nvPr>
            <p:ph idx="3" type="title"/>
          </p:nvPr>
        </p:nvSpPr>
        <p:spPr>
          <a:xfrm>
            <a:off x="4129048" y="2019699"/>
            <a:ext cx="8859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173" name="Google Shape;173;p7"/>
          <p:cNvSpPr txBox="1"/>
          <p:nvPr>
            <p:ph idx="4" type="subTitle"/>
          </p:nvPr>
        </p:nvSpPr>
        <p:spPr>
          <a:xfrm>
            <a:off x="3428103" y="2601579"/>
            <a:ext cx="22878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174" name="Google Shape;174;p7"/>
          <p:cNvSpPr txBox="1"/>
          <p:nvPr>
            <p:ph idx="5" type="subTitle"/>
          </p:nvPr>
        </p:nvSpPr>
        <p:spPr>
          <a:xfrm>
            <a:off x="3428103" y="2972979"/>
            <a:ext cx="2287800" cy="888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5" name="Google Shape;175;p7"/>
          <p:cNvSpPr txBox="1"/>
          <p:nvPr>
            <p:ph idx="6" type="title"/>
          </p:nvPr>
        </p:nvSpPr>
        <p:spPr>
          <a:xfrm>
            <a:off x="6779363" y="2019699"/>
            <a:ext cx="885900" cy="527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176" name="Google Shape;176;p7"/>
          <p:cNvSpPr txBox="1"/>
          <p:nvPr>
            <p:ph idx="7" type="subTitle"/>
          </p:nvPr>
        </p:nvSpPr>
        <p:spPr>
          <a:xfrm>
            <a:off x="6078416" y="2601579"/>
            <a:ext cx="2287800" cy="37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b="1" sz="2200">
                <a:solidFill>
                  <a:schemeClr val="dk2"/>
                </a:solidFill>
                <a:latin typeface="Orbitron"/>
                <a:ea typeface="Orbitron"/>
                <a:cs typeface="Orbitron"/>
                <a:sym typeface="Orbitron"/>
              </a:defRPr>
            </a:lvl1pPr>
            <a:lvl2pPr lvl="1"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2pPr>
            <a:lvl3pPr lvl="2"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3pPr>
            <a:lvl4pPr lvl="3"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4pPr>
            <a:lvl5pPr lvl="4"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5pPr>
            <a:lvl6pPr lvl="5"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6pPr>
            <a:lvl7pPr lvl="6"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7pPr>
            <a:lvl8pPr lvl="7"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8pPr>
            <a:lvl9pPr lvl="8" algn="l">
              <a:lnSpc>
                <a:spcPct val="100000"/>
              </a:lnSpc>
              <a:spcBef>
                <a:spcPts val="0"/>
              </a:spcBef>
              <a:spcAft>
                <a:spcPts val="0"/>
              </a:spcAft>
              <a:buSzPts val="1500"/>
              <a:buNone/>
              <a:defRPr b="1" sz="2200">
                <a:solidFill>
                  <a:schemeClr val="dk2"/>
                </a:solidFill>
                <a:latin typeface="Orbitron"/>
                <a:ea typeface="Orbitron"/>
                <a:cs typeface="Orbitron"/>
                <a:sym typeface="Orbitron"/>
              </a:defRPr>
            </a:lvl9pPr>
          </a:lstStyle>
          <a:p/>
        </p:txBody>
      </p:sp>
      <p:sp>
        <p:nvSpPr>
          <p:cNvPr id="177" name="Google Shape;177;p7"/>
          <p:cNvSpPr txBox="1"/>
          <p:nvPr>
            <p:ph idx="8" type="subTitle"/>
          </p:nvPr>
        </p:nvSpPr>
        <p:spPr>
          <a:xfrm>
            <a:off x="6078416" y="2972979"/>
            <a:ext cx="2287800" cy="888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78" name="Google Shape;178;p7"/>
          <p:cNvSpPr txBox="1"/>
          <p:nvPr>
            <p:ph idx="9"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3000"/>
              <a:buFont typeface="Fredoka"/>
              <a:buNone/>
              <a:defRPr/>
            </a:lvl1pPr>
            <a:lvl2pPr lvl="1"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2pPr>
            <a:lvl3pPr lvl="2"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3pPr>
            <a:lvl4pPr lvl="3"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4pPr>
            <a:lvl5pPr lvl="4"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5pPr>
            <a:lvl6pPr lvl="5"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6pPr>
            <a:lvl7pPr lvl="6"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7pPr>
            <a:lvl8pPr lvl="7"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8pPr>
            <a:lvl9pPr lvl="8" algn="ctr">
              <a:lnSpc>
                <a:spcPct val="100000"/>
              </a:lnSpc>
              <a:spcBef>
                <a:spcPts val="0"/>
              </a:spcBef>
              <a:spcAft>
                <a:spcPts val="0"/>
              </a:spcAft>
              <a:buClr>
                <a:schemeClr val="dk1"/>
              </a:buClr>
              <a:buSzPts val="3000"/>
              <a:buFont typeface="Fredoka"/>
              <a:buNone/>
              <a:defRPr sz="3000">
                <a:solidFill>
                  <a:schemeClr val="dk1"/>
                </a:solidFill>
                <a:latin typeface="Fredoka"/>
                <a:ea typeface="Fredoka"/>
                <a:cs typeface="Fredoka"/>
                <a:sym typeface="Fredok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9" name="Shape 17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4">
    <p:spTree>
      <p:nvGrpSpPr>
        <p:cNvPr id="180" name="Shape 180"/>
        <p:cNvGrpSpPr/>
        <p:nvPr/>
      </p:nvGrpSpPr>
      <p:grpSpPr>
        <a:xfrm>
          <a:off x="0" y="0"/>
          <a:ext cx="0" cy="0"/>
          <a:chOff x="0" y="0"/>
          <a:chExt cx="0" cy="0"/>
        </a:xfrm>
      </p:grpSpPr>
      <p:grpSp>
        <p:nvGrpSpPr>
          <p:cNvPr id="181" name="Google Shape;181;p9"/>
          <p:cNvGrpSpPr/>
          <p:nvPr/>
        </p:nvGrpSpPr>
        <p:grpSpPr>
          <a:xfrm>
            <a:off x="-1296571" y="-620648"/>
            <a:ext cx="3482238" cy="4516379"/>
            <a:chOff x="-1296571" y="-620648"/>
            <a:chExt cx="3482238" cy="4516379"/>
          </a:xfrm>
        </p:grpSpPr>
        <p:sp>
          <p:nvSpPr>
            <p:cNvPr id="182" name="Google Shape;182;p9"/>
            <p:cNvSpPr/>
            <p:nvPr/>
          </p:nvSpPr>
          <p:spPr>
            <a:xfrm>
              <a:off x="-1296571" y="0"/>
              <a:ext cx="3031826" cy="2004580"/>
            </a:xfrm>
            <a:custGeom>
              <a:rect b="b" l="l" r="r" t="t"/>
              <a:pathLst>
                <a:path extrusionOk="0" h="15904" w="24054">
                  <a:moveTo>
                    <a:pt x="17228" y="0"/>
                  </a:moveTo>
                  <a:lnTo>
                    <a:pt x="9955" y="7274"/>
                  </a:lnTo>
                  <a:lnTo>
                    <a:pt x="6725" y="7274"/>
                  </a:lnTo>
                  <a:lnTo>
                    <a:pt x="2610" y="11384"/>
                  </a:lnTo>
                  <a:lnTo>
                    <a:pt x="2610" y="13298"/>
                  </a:lnTo>
                  <a:lnTo>
                    <a:pt x="0" y="15904"/>
                  </a:lnTo>
                  <a:lnTo>
                    <a:pt x="7093" y="15904"/>
                  </a:lnTo>
                  <a:lnTo>
                    <a:pt x="12993" y="10003"/>
                  </a:lnTo>
                  <a:lnTo>
                    <a:pt x="15207" y="10003"/>
                  </a:lnTo>
                  <a:lnTo>
                    <a:pt x="19494" y="5716"/>
                  </a:lnTo>
                  <a:lnTo>
                    <a:pt x="19494" y="4560"/>
                  </a:lnTo>
                  <a:lnTo>
                    <a:pt x="2405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3" name="Google Shape;183;p9"/>
            <p:cNvGrpSpPr/>
            <p:nvPr/>
          </p:nvGrpSpPr>
          <p:grpSpPr>
            <a:xfrm>
              <a:off x="-941814" y="-620648"/>
              <a:ext cx="3127481" cy="4516379"/>
              <a:chOff x="278245" y="-184325"/>
              <a:chExt cx="2358228" cy="3405504"/>
            </a:xfrm>
          </p:grpSpPr>
          <p:grpSp>
            <p:nvGrpSpPr>
              <p:cNvPr id="184" name="Google Shape;184;p9"/>
              <p:cNvGrpSpPr/>
              <p:nvPr/>
            </p:nvGrpSpPr>
            <p:grpSpPr>
              <a:xfrm>
                <a:off x="278245" y="-184325"/>
                <a:ext cx="2358228" cy="3336759"/>
                <a:chOff x="1181475" y="2041825"/>
                <a:chExt cx="620325" cy="877725"/>
              </a:xfrm>
            </p:grpSpPr>
            <p:sp>
              <p:nvSpPr>
                <p:cNvPr id="185" name="Google Shape;185;p9"/>
                <p:cNvSpPr/>
                <p:nvPr/>
              </p:nvSpPr>
              <p:spPr>
                <a:xfrm>
                  <a:off x="1185375" y="2377350"/>
                  <a:ext cx="119525" cy="119500"/>
                </a:xfrm>
                <a:custGeom>
                  <a:rect b="b" l="l" r="r" t="t"/>
                  <a:pathLst>
                    <a:path extrusionOk="0" h="4780" w="4781">
                      <a:moveTo>
                        <a:pt x="4780" y="0"/>
                      </a:moveTo>
                      <a:lnTo>
                        <a:pt x="2390" y="2390"/>
                      </a:lnTo>
                      <a:lnTo>
                        <a:pt x="1" y="4780"/>
                      </a:lnTo>
                      <a:lnTo>
                        <a:pt x="1362" y="4780"/>
                      </a:lnTo>
                      <a:lnTo>
                        <a:pt x="3071" y="3071"/>
                      </a:lnTo>
                      <a:lnTo>
                        <a:pt x="4780" y="1361"/>
                      </a:lnTo>
                      <a:lnTo>
                        <a:pt x="478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9"/>
                <p:cNvSpPr/>
                <p:nvPr/>
              </p:nvSpPr>
              <p:spPr>
                <a:xfrm>
                  <a:off x="1767500" y="2041825"/>
                  <a:ext cx="34300" cy="29425"/>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9"/>
                <p:cNvSpPr/>
                <p:nvPr/>
              </p:nvSpPr>
              <p:spPr>
                <a:xfrm>
                  <a:off x="1181475" y="2060725"/>
                  <a:ext cx="600250" cy="858825"/>
                </a:xfrm>
                <a:custGeom>
                  <a:rect b="b" l="l" r="r" t="t"/>
                  <a:pathLst>
                    <a:path extrusionOk="0" h="34353" w="24010">
                      <a:moveTo>
                        <a:pt x="23789" y="1"/>
                      </a:moveTo>
                      <a:lnTo>
                        <a:pt x="15584" y="8210"/>
                      </a:lnTo>
                      <a:lnTo>
                        <a:pt x="9043" y="8210"/>
                      </a:lnTo>
                      <a:lnTo>
                        <a:pt x="8995" y="8254"/>
                      </a:lnTo>
                      <a:lnTo>
                        <a:pt x="1" y="17249"/>
                      </a:lnTo>
                      <a:lnTo>
                        <a:pt x="1" y="20091"/>
                      </a:lnTo>
                      <a:lnTo>
                        <a:pt x="5493" y="25583"/>
                      </a:lnTo>
                      <a:lnTo>
                        <a:pt x="5493" y="30098"/>
                      </a:lnTo>
                      <a:lnTo>
                        <a:pt x="1458" y="34137"/>
                      </a:lnTo>
                      <a:lnTo>
                        <a:pt x="1678" y="34353"/>
                      </a:lnTo>
                      <a:lnTo>
                        <a:pt x="5805" y="30226"/>
                      </a:lnTo>
                      <a:lnTo>
                        <a:pt x="5805" y="25454"/>
                      </a:lnTo>
                      <a:lnTo>
                        <a:pt x="313" y="19963"/>
                      </a:lnTo>
                      <a:lnTo>
                        <a:pt x="313" y="17377"/>
                      </a:lnTo>
                      <a:lnTo>
                        <a:pt x="9171" y="8519"/>
                      </a:lnTo>
                      <a:lnTo>
                        <a:pt x="15712" y="8519"/>
                      </a:lnTo>
                      <a:lnTo>
                        <a:pt x="15756" y="8475"/>
                      </a:lnTo>
                      <a:lnTo>
                        <a:pt x="24010" y="221"/>
                      </a:lnTo>
                      <a:lnTo>
                        <a:pt x="2378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9"/>
                <p:cNvSpPr/>
                <p:nvPr/>
              </p:nvSpPr>
              <p:spPr>
                <a:xfrm>
                  <a:off x="1260925" y="2268575"/>
                  <a:ext cx="243200" cy="370575"/>
                </a:xfrm>
                <a:custGeom>
                  <a:rect b="b" l="l" r="r" t="t"/>
                  <a:pathLst>
                    <a:path extrusionOk="0" h="14823" w="9728">
                      <a:moveTo>
                        <a:pt x="9640" y="0"/>
                      </a:moveTo>
                      <a:lnTo>
                        <a:pt x="4148" y="5492"/>
                      </a:lnTo>
                      <a:lnTo>
                        <a:pt x="4148" y="10588"/>
                      </a:lnTo>
                      <a:lnTo>
                        <a:pt x="1" y="14735"/>
                      </a:lnTo>
                      <a:lnTo>
                        <a:pt x="89" y="14823"/>
                      </a:lnTo>
                      <a:lnTo>
                        <a:pt x="4272" y="10640"/>
                      </a:lnTo>
                      <a:lnTo>
                        <a:pt x="4272" y="5544"/>
                      </a:lnTo>
                      <a:lnTo>
                        <a:pt x="9728" y="88"/>
                      </a:lnTo>
                      <a:lnTo>
                        <a:pt x="964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9"/>
                <p:cNvSpPr/>
                <p:nvPr/>
              </p:nvSpPr>
              <p:spPr>
                <a:xfrm>
                  <a:off x="1194400" y="2571875"/>
                  <a:ext cx="129400" cy="204375"/>
                </a:xfrm>
                <a:custGeom>
                  <a:rect b="b" l="l" r="r" t="t"/>
                  <a:pathLst>
                    <a:path extrusionOk="0" h="8175" w="5176">
                      <a:moveTo>
                        <a:pt x="0" y="1"/>
                      </a:moveTo>
                      <a:lnTo>
                        <a:pt x="0" y="3087"/>
                      </a:lnTo>
                      <a:lnTo>
                        <a:pt x="5088" y="8175"/>
                      </a:lnTo>
                      <a:lnTo>
                        <a:pt x="5176" y="8087"/>
                      </a:lnTo>
                      <a:lnTo>
                        <a:pt x="124" y="3035"/>
                      </a:lnTo>
                      <a:lnTo>
                        <a:pt x="12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 name="Google Shape;190;p9"/>
              <p:cNvSpPr/>
              <p:nvPr/>
            </p:nvSpPr>
            <p:spPr>
              <a:xfrm>
                <a:off x="336260" y="3109317"/>
                <a:ext cx="130395" cy="111862"/>
              </a:xfrm>
              <a:custGeom>
                <a:rect b="b" l="l" r="r" t="t"/>
                <a:pathLst>
                  <a:path extrusionOk="0" h="1177" w="1372">
                    <a:moveTo>
                      <a:pt x="782" y="310"/>
                    </a:moveTo>
                    <a:cubicBezTo>
                      <a:pt x="924" y="310"/>
                      <a:pt x="1061" y="421"/>
                      <a:pt x="1061" y="588"/>
                    </a:cubicBezTo>
                    <a:cubicBezTo>
                      <a:pt x="1061" y="741"/>
                      <a:pt x="937" y="865"/>
                      <a:pt x="785" y="865"/>
                    </a:cubicBezTo>
                    <a:cubicBezTo>
                      <a:pt x="537" y="865"/>
                      <a:pt x="413" y="568"/>
                      <a:pt x="589" y="392"/>
                    </a:cubicBezTo>
                    <a:cubicBezTo>
                      <a:pt x="644" y="335"/>
                      <a:pt x="714" y="310"/>
                      <a:pt x="782" y="310"/>
                    </a:cubicBezTo>
                    <a:close/>
                    <a:moveTo>
                      <a:pt x="785" y="0"/>
                    </a:moveTo>
                    <a:cubicBezTo>
                      <a:pt x="260" y="0"/>
                      <a:pt x="0" y="632"/>
                      <a:pt x="369" y="1005"/>
                    </a:cubicBezTo>
                    <a:cubicBezTo>
                      <a:pt x="488" y="1123"/>
                      <a:pt x="635" y="1176"/>
                      <a:pt x="779" y="1176"/>
                    </a:cubicBezTo>
                    <a:cubicBezTo>
                      <a:pt x="1082" y="1176"/>
                      <a:pt x="1372" y="940"/>
                      <a:pt x="1369" y="584"/>
                    </a:cubicBezTo>
                    <a:cubicBezTo>
                      <a:pt x="1369" y="264"/>
                      <a:pt x="1105" y="4"/>
                      <a:pt x="78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91" name="Google Shape;191;p9"/>
          <p:cNvGrpSpPr/>
          <p:nvPr/>
        </p:nvGrpSpPr>
        <p:grpSpPr>
          <a:xfrm>
            <a:off x="5245253" y="-441860"/>
            <a:ext cx="6654696" cy="9380357"/>
            <a:chOff x="5245253" y="-441860"/>
            <a:chExt cx="6654696" cy="9380357"/>
          </a:xfrm>
        </p:grpSpPr>
        <p:sp>
          <p:nvSpPr>
            <p:cNvPr id="192" name="Google Shape;192;p9"/>
            <p:cNvSpPr/>
            <p:nvPr/>
          </p:nvSpPr>
          <p:spPr>
            <a:xfrm flipH="1" rot="10800000">
              <a:off x="5245253" y="1301790"/>
              <a:ext cx="6654696" cy="7636707"/>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3" name="Google Shape;193;p9"/>
            <p:cNvGrpSpPr/>
            <p:nvPr/>
          </p:nvGrpSpPr>
          <p:grpSpPr>
            <a:xfrm flipH="1">
              <a:off x="8418770" y="-441860"/>
              <a:ext cx="2708843" cy="3931640"/>
              <a:chOff x="6769513" y="299393"/>
              <a:chExt cx="1308620" cy="1899526"/>
            </a:xfrm>
          </p:grpSpPr>
          <p:sp>
            <p:nvSpPr>
              <p:cNvPr id="194" name="Google Shape;194;p9"/>
              <p:cNvSpPr/>
              <p:nvPr/>
            </p:nvSpPr>
            <p:spPr>
              <a:xfrm>
                <a:off x="7817889" y="1007055"/>
                <a:ext cx="252070" cy="252070"/>
              </a:xfrm>
              <a:custGeom>
                <a:rect b="b" l="l" r="r" t="t"/>
                <a:pathLst>
                  <a:path extrusionOk="0" h="4564" w="4564">
                    <a:moveTo>
                      <a:pt x="0" y="1"/>
                    </a:moveTo>
                    <a:lnTo>
                      <a:pt x="0" y="1302"/>
                    </a:lnTo>
                    <a:lnTo>
                      <a:pt x="1629" y="2931"/>
                    </a:lnTo>
                    <a:lnTo>
                      <a:pt x="3263" y="4564"/>
                    </a:lnTo>
                    <a:lnTo>
                      <a:pt x="4563" y="4564"/>
                    </a:lnTo>
                    <a:lnTo>
                      <a:pt x="2282" y="2282"/>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9"/>
              <p:cNvSpPr/>
              <p:nvPr/>
            </p:nvSpPr>
            <p:spPr>
              <a:xfrm>
                <a:off x="7983027" y="2137006"/>
                <a:ext cx="72351" cy="61913"/>
              </a:xfrm>
              <a:custGeom>
                <a:rect b="b" l="l" r="r" t="t"/>
                <a:pathLst>
                  <a:path extrusionOk="0" h="1121" w="1310">
                    <a:moveTo>
                      <a:pt x="563" y="294"/>
                    </a:moveTo>
                    <a:cubicBezTo>
                      <a:pt x="628" y="294"/>
                      <a:pt x="695" y="318"/>
                      <a:pt x="749" y="372"/>
                    </a:cubicBezTo>
                    <a:cubicBezTo>
                      <a:pt x="913" y="536"/>
                      <a:pt x="797" y="821"/>
                      <a:pt x="561" y="821"/>
                    </a:cubicBezTo>
                    <a:cubicBezTo>
                      <a:pt x="417" y="821"/>
                      <a:pt x="297" y="704"/>
                      <a:pt x="297" y="560"/>
                    </a:cubicBezTo>
                    <a:cubicBezTo>
                      <a:pt x="297" y="400"/>
                      <a:pt x="427" y="294"/>
                      <a:pt x="563" y="294"/>
                    </a:cubicBezTo>
                    <a:close/>
                    <a:moveTo>
                      <a:pt x="561" y="0"/>
                    </a:moveTo>
                    <a:cubicBezTo>
                      <a:pt x="252" y="0"/>
                      <a:pt x="0" y="248"/>
                      <a:pt x="0" y="560"/>
                    </a:cubicBezTo>
                    <a:cubicBezTo>
                      <a:pt x="0" y="897"/>
                      <a:pt x="278" y="1121"/>
                      <a:pt x="566" y="1121"/>
                    </a:cubicBezTo>
                    <a:cubicBezTo>
                      <a:pt x="704" y="1121"/>
                      <a:pt x="843" y="1070"/>
                      <a:pt x="957" y="957"/>
                    </a:cubicBezTo>
                    <a:cubicBezTo>
                      <a:pt x="1309" y="600"/>
                      <a:pt x="1061" y="0"/>
                      <a:pt x="56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9"/>
              <p:cNvSpPr/>
              <p:nvPr/>
            </p:nvSpPr>
            <p:spPr>
              <a:xfrm>
                <a:off x="6769513" y="299393"/>
                <a:ext cx="61968" cy="61747"/>
              </a:xfrm>
              <a:custGeom>
                <a:rect b="b" l="l" r="r" t="t"/>
                <a:pathLst>
                  <a:path extrusionOk="0" h="1118" w="1122">
                    <a:moveTo>
                      <a:pt x="561" y="293"/>
                    </a:moveTo>
                    <a:cubicBezTo>
                      <a:pt x="705" y="293"/>
                      <a:pt x="825" y="413"/>
                      <a:pt x="825" y="557"/>
                    </a:cubicBezTo>
                    <a:cubicBezTo>
                      <a:pt x="825" y="705"/>
                      <a:pt x="705" y="821"/>
                      <a:pt x="561" y="821"/>
                    </a:cubicBezTo>
                    <a:cubicBezTo>
                      <a:pt x="417" y="821"/>
                      <a:pt x="297" y="705"/>
                      <a:pt x="297" y="557"/>
                    </a:cubicBezTo>
                    <a:cubicBezTo>
                      <a:pt x="297" y="413"/>
                      <a:pt x="417" y="293"/>
                      <a:pt x="561" y="293"/>
                    </a:cubicBezTo>
                    <a:close/>
                    <a:moveTo>
                      <a:pt x="554" y="1"/>
                    </a:moveTo>
                    <a:cubicBezTo>
                      <a:pt x="249" y="1"/>
                      <a:pt x="1" y="251"/>
                      <a:pt x="1" y="557"/>
                    </a:cubicBezTo>
                    <a:cubicBezTo>
                      <a:pt x="1" y="865"/>
                      <a:pt x="253" y="1117"/>
                      <a:pt x="561" y="1117"/>
                    </a:cubicBezTo>
                    <a:cubicBezTo>
                      <a:pt x="869" y="1117"/>
                      <a:pt x="1122" y="865"/>
                      <a:pt x="1122" y="557"/>
                    </a:cubicBezTo>
                    <a:cubicBezTo>
                      <a:pt x="1122" y="249"/>
                      <a:pt x="869" y="1"/>
                      <a:pt x="561" y="1"/>
                    </a:cubicBezTo>
                    <a:cubicBezTo>
                      <a:pt x="559" y="1"/>
                      <a:pt x="556" y="1"/>
                      <a:pt x="55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9"/>
              <p:cNvSpPr/>
              <p:nvPr/>
            </p:nvSpPr>
            <p:spPr>
              <a:xfrm>
                <a:off x="6811985" y="339214"/>
                <a:ext cx="1266148" cy="1811765"/>
              </a:xfrm>
              <a:custGeom>
                <a:rect b="b" l="l" r="r" t="t"/>
                <a:pathLst>
                  <a:path extrusionOk="0" h="32804" w="22925">
                    <a:moveTo>
                      <a:pt x="208" y="0"/>
                    </a:moveTo>
                    <a:lnTo>
                      <a:pt x="0" y="208"/>
                    </a:lnTo>
                    <a:lnTo>
                      <a:pt x="7878" y="8090"/>
                    </a:lnTo>
                    <a:lnTo>
                      <a:pt x="7922" y="8134"/>
                    </a:lnTo>
                    <a:lnTo>
                      <a:pt x="14170" y="8134"/>
                    </a:lnTo>
                    <a:lnTo>
                      <a:pt x="22628" y="16592"/>
                    </a:lnTo>
                    <a:lnTo>
                      <a:pt x="22628" y="19058"/>
                    </a:lnTo>
                    <a:lnTo>
                      <a:pt x="17385" y="24301"/>
                    </a:lnTo>
                    <a:lnTo>
                      <a:pt x="17385" y="28860"/>
                    </a:lnTo>
                    <a:lnTo>
                      <a:pt x="21323" y="32803"/>
                    </a:lnTo>
                    <a:lnTo>
                      <a:pt x="21532" y="32595"/>
                    </a:lnTo>
                    <a:lnTo>
                      <a:pt x="17681" y="28740"/>
                    </a:lnTo>
                    <a:lnTo>
                      <a:pt x="17681" y="24425"/>
                    </a:lnTo>
                    <a:lnTo>
                      <a:pt x="22925" y="19182"/>
                    </a:lnTo>
                    <a:lnTo>
                      <a:pt x="22925" y="16468"/>
                    </a:lnTo>
                    <a:lnTo>
                      <a:pt x="14334" y="7878"/>
                    </a:lnTo>
                    <a:lnTo>
                      <a:pt x="14290" y="7838"/>
                    </a:lnTo>
                    <a:lnTo>
                      <a:pt x="8046" y="7838"/>
                    </a:lnTo>
                    <a:lnTo>
                      <a:pt x="20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9"/>
              <p:cNvSpPr/>
              <p:nvPr/>
            </p:nvSpPr>
            <p:spPr>
              <a:xfrm>
                <a:off x="7397589" y="777575"/>
                <a:ext cx="512976" cy="781781"/>
              </a:xfrm>
              <a:custGeom>
                <a:rect b="b" l="l" r="r" t="t"/>
                <a:pathLst>
                  <a:path extrusionOk="0" h="14155" w="9288">
                    <a:moveTo>
                      <a:pt x="81" y="1"/>
                    </a:moveTo>
                    <a:lnTo>
                      <a:pt x="1" y="85"/>
                    </a:lnTo>
                    <a:lnTo>
                      <a:pt x="5209" y="5292"/>
                    </a:lnTo>
                    <a:lnTo>
                      <a:pt x="5209" y="10160"/>
                    </a:lnTo>
                    <a:lnTo>
                      <a:pt x="9203" y="14155"/>
                    </a:lnTo>
                    <a:lnTo>
                      <a:pt x="9287" y="14071"/>
                    </a:lnTo>
                    <a:lnTo>
                      <a:pt x="5325" y="10108"/>
                    </a:lnTo>
                    <a:lnTo>
                      <a:pt x="5325" y="5244"/>
                    </a:lnTo>
                    <a:lnTo>
                      <a:pt x="8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9"/>
              <p:cNvSpPr/>
              <p:nvPr/>
            </p:nvSpPr>
            <p:spPr>
              <a:xfrm>
                <a:off x="7777847" y="1417359"/>
                <a:ext cx="273112" cy="431181"/>
              </a:xfrm>
              <a:custGeom>
                <a:rect b="b" l="l" r="r" t="t"/>
                <a:pathLst>
                  <a:path extrusionOk="0" h="7807" w="4945">
                    <a:moveTo>
                      <a:pt x="4824" y="1"/>
                    </a:moveTo>
                    <a:lnTo>
                      <a:pt x="4824" y="2899"/>
                    </a:lnTo>
                    <a:lnTo>
                      <a:pt x="1" y="7722"/>
                    </a:lnTo>
                    <a:lnTo>
                      <a:pt x="85" y="7806"/>
                    </a:lnTo>
                    <a:lnTo>
                      <a:pt x="4944" y="2951"/>
                    </a:lnTo>
                    <a:lnTo>
                      <a:pt x="494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0" name="Google Shape;200;p9"/>
            <p:cNvSpPr/>
            <p:nvPr/>
          </p:nvSpPr>
          <p:spPr>
            <a:xfrm flipH="1" rot="10800000">
              <a:off x="8322117" y="3604890"/>
              <a:ext cx="1464987" cy="2586938"/>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9"/>
            <p:cNvSpPr/>
            <p:nvPr/>
          </p:nvSpPr>
          <p:spPr>
            <a:xfrm flipH="1" rot="10800000">
              <a:off x="8796218" y="3575323"/>
              <a:ext cx="727762" cy="727762"/>
            </a:xfrm>
            <a:custGeom>
              <a:rect b="b" l="l" r="r" t="t"/>
              <a:pathLst>
                <a:path extrusionOk="0" fill="none" h="9936" w="9936">
                  <a:moveTo>
                    <a:pt x="8170" y="1770"/>
                  </a:moveTo>
                  <a:cubicBezTo>
                    <a:pt x="9936" y="3535"/>
                    <a:pt x="9936" y="6401"/>
                    <a:pt x="8170" y="8170"/>
                  </a:cubicBezTo>
                  <a:cubicBezTo>
                    <a:pt x="6401" y="9935"/>
                    <a:pt x="3535" y="9935"/>
                    <a:pt x="1770" y="8170"/>
                  </a:cubicBezTo>
                  <a:cubicBezTo>
                    <a:pt x="1" y="6401"/>
                    <a:pt x="1" y="3535"/>
                    <a:pt x="1770" y="1770"/>
                  </a:cubicBezTo>
                  <a:cubicBezTo>
                    <a:pt x="3535" y="0"/>
                    <a:pt x="6401" y="0"/>
                    <a:pt x="8170" y="1770"/>
                  </a:cubicBezTo>
                  <a:close/>
                </a:path>
              </a:pathLst>
            </a:custGeom>
            <a:noFill/>
            <a:ln cap="flat" cmpd="sng" w="19050">
              <a:solidFill>
                <a:schemeClr val="accent3"/>
              </a:solidFill>
              <a:prstDash val="solid"/>
              <a:miter lim="4001"/>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5">
    <p:spTree>
      <p:nvGrpSpPr>
        <p:cNvPr id="202" name="Shape 202"/>
        <p:cNvGrpSpPr/>
        <p:nvPr/>
      </p:nvGrpSpPr>
      <p:grpSpPr>
        <a:xfrm>
          <a:off x="0" y="0"/>
          <a:ext cx="0" cy="0"/>
          <a:chOff x="0" y="0"/>
          <a:chExt cx="0" cy="0"/>
        </a:xfrm>
      </p:grpSpPr>
      <p:grpSp>
        <p:nvGrpSpPr>
          <p:cNvPr id="203" name="Google Shape;203;p10"/>
          <p:cNvGrpSpPr/>
          <p:nvPr/>
        </p:nvGrpSpPr>
        <p:grpSpPr>
          <a:xfrm flipH="1" rot="10800000">
            <a:off x="8002875" y="-893617"/>
            <a:ext cx="1599392" cy="2188720"/>
            <a:chOff x="8051125" y="4018221"/>
            <a:chExt cx="1599392" cy="2188720"/>
          </a:xfrm>
        </p:grpSpPr>
        <p:sp>
          <p:nvSpPr>
            <p:cNvPr id="204" name="Google Shape;204;p10"/>
            <p:cNvSpPr/>
            <p:nvPr/>
          </p:nvSpPr>
          <p:spPr>
            <a:xfrm>
              <a:off x="8051125" y="4157250"/>
              <a:ext cx="1311339" cy="1311189"/>
            </a:xfrm>
            <a:custGeom>
              <a:rect b="b" l="l" r="r" t="t"/>
              <a:pathLst>
                <a:path extrusionOk="0" h="8762" w="8763">
                  <a:moveTo>
                    <a:pt x="8762" y="1"/>
                  </a:moveTo>
                  <a:lnTo>
                    <a:pt x="4382" y="4381"/>
                  </a:lnTo>
                  <a:lnTo>
                    <a:pt x="1" y="8762"/>
                  </a:lnTo>
                  <a:lnTo>
                    <a:pt x="2496" y="8762"/>
                  </a:lnTo>
                  <a:lnTo>
                    <a:pt x="5602" y="5657"/>
                  </a:lnTo>
                  <a:lnTo>
                    <a:pt x="8762" y="2496"/>
                  </a:lnTo>
                  <a:lnTo>
                    <a:pt x="876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5" name="Google Shape;205;p10"/>
            <p:cNvGrpSpPr/>
            <p:nvPr/>
          </p:nvGrpSpPr>
          <p:grpSpPr>
            <a:xfrm>
              <a:off x="8421632" y="4018221"/>
              <a:ext cx="1228885" cy="2188720"/>
              <a:chOff x="8389396" y="1055350"/>
              <a:chExt cx="1228885" cy="2188720"/>
            </a:xfrm>
          </p:grpSpPr>
          <p:sp>
            <p:nvSpPr>
              <p:cNvPr id="206" name="Google Shape;206;p10"/>
              <p:cNvSpPr/>
              <p:nvPr/>
            </p:nvSpPr>
            <p:spPr>
              <a:xfrm>
                <a:off x="8421616" y="1130946"/>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0"/>
              <p:cNvSpPr/>
              <p:nvPr/>
            </p:nvSpPr>
            <p:spPr>
              <a:xfrm>
                <a:off x="8389396" y="1055350"/>
                <a:ext cx="95651" cy="95575"/>
              </a:xfrm>
              <a:custGeom>
                <a:rect b="b" l="l" r="r" t="t"/>
                <a:pathLst>
                  <a:path extrusionOk="0" h="1373" w="1374">
                    <a:moveTo>
                      <a:pt x="689" y="364"/>
                    </a:moveTo>
                    <a:cubicBezTo>
                      <a:pt x="866" y="364"/>
                      <a:pt x="1010" y="508"/>
                      <a:pt x="1014" y="684"/>
                    </a:cubicBezTo>
                    <a:cubicBezTo>
                      <a:pt x="1014" y="865"/>
                      <a:pt x="866" y="1009"/>
                      <a:pt x="689" y="1009"/>
                    </a:cubicBezTo>
                    <a:cubicBezTo>
                      <a:pt x="509" y="1009"/>
                      <a:pt x="365" y="865"/>
                      <a:pt x="365" y="684"/>
                    </a:cubicBezTo>
                    <a:cubicBezTo>
                      <a:pt x="365" y="508"/>
                      <a:pt x="509" y="364"/>
                      <a:pt x="689" y="364"/>
                    </a:cubicBezTo>
                    <a:close/>
                    <a:moveTo>
                      <a:pt x="689" y="0"/>
                    </a:moveTo>
                    <a:cubicBezTo>
                      <a:pt x="309" y="0"/>
                      <a:pt x="1" y="308"/>
                      <a:pt x="1" y="684"/>
                    </a:cubicBezTo>
                    <a:cubicBezTo>
                      <a:pt x="1" y="1065"/>
                      <a:pt x="309" y="1373"/>
                      <a:pt x="689" y="1373"/>
                    </a:cubicBezTo>
                    <a:cubicBezTo>
                      <a:pt x="1066" y="1373"/>
                      <a:pt x="1374" y="1065"/>
                      <a:pt x="1374" y="684"/>
                    </a:cubicBezTo>
                    <a:cubicBezTo>
                      <a:pt x="1374" y="308"/>
                      <a:pt x="1066" y="0"/>
                      <a:pt x="68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8" name="Google Shape;208;p10"/>
          <p:cNvGrpSpPr/>
          <p:nvPr/>
        </p:nvGrpSpPr>
        <p:grpSpPr>
          <a:xfrm>
            <a:off x="-2361718" y="1128115"/>
            <a:ext cx="6322114" cy="7255046"/>
            <a:chOff x="-2361718" y="747115"/>
            <a:chExt cx="6322114" cy="7255046"/>
          </a:xfrm>
        </p:grpSpPr>
        <p:grpSp>
          <p:nvGrpSpPr>
            <p:cNvPr id="209" name="Google Shape;209;p10"/>
            <p:cNvGrpSpPr/>
            <p:nvPr/>
          </p:nvGrpSpPr>
          <p:grpSpPr>
            <a:xfrm rot="10800000">
              <a:off x="-2361718" y="747115"/>
              <a:ext cx="6322114" cy="7255046"/>
              <a:chOff x="-2504900" y="1005827"/>
              <a:chExt cx="6322114" cy="7255046"/>
            </a:xfrm>
          </p:grpSpPr>
          <p:sp>
            <p:nvSpPr>
              <p:cNvPr id="210" name="Google Shape;210;p10"/>
              <p:cNvSpPr/>
              <p:nvPr/>
            </p:nvSpPr>
            <p:spPr>
              <a:xfrm>
                <a:off x="-2504900" y="1005827"/>
                <a:ext cx="6322114" cy="7255046"/>
              </a:xfrm>
              <a:custGeom>
                <a:rect b="b" l="l" r="r" t="t"/>
                <a:pathLst>
                  <a:path extrusionOk="0" h="82432" w="71832">
                    <a:moveTo>
                      <a:pt x="205" y="1"/>
                    </a:moveTo>
                    <a:lnTo>
                      <a:pt x="1" y="205"/>
                    </a:lnTo>
                    <a:lnTo>
                      <a:pt x="27924" y="28129"/>
                    </a:lnTo>
                    <a:lnTo>
                      <a:pt x="27924" y="38728"/>
                    </a:lnTo>
                    <a:lnTo>
                      <a:pt x="36526" y="47330"/>
                    </a:lnTo>
                    <a:lnTo>
                      <a:pt x="45629" y="56433"/>
                    </a:lnTo>
                    <a:lnTo>
                      <a:pt x="71627" y="82431"/>
                    </a:lnTo>
                    <a:lnTo>
                      <a:pt x="71831" y="82227"/>
                    </a:lnTo>
                    <a:lnTo>
                      <a:pt x="46493" y="56889"/>
                    </a:lnTo>
                    <a:lnTo>
                      <a:pt x="46493" y="47935"/>
                    </a:lnTo>
                    <a:lnTo>
                      <a:pt x="53711" y="40954"/>
                    </a:lnTo>
                    <a:lnTo>
                      <a:pt x="51481" y="38724"/>
                    </a:lnTo>
                    <a:lnTo>
                      <a:pt x="37095" y="38724"/>
                    </a:lnTo>
                    <a:lnTo>
                      <a:pt x="32496" y="34125"/>
                    </a:lnTo>
                    <a:lnTo>
                      <a:pt x="32496" y="32288"/>
                    </a:lnTo>
                    <a:lnTo>
                      <a:pt x="27924" y="27712"/>
                    </a:lnTo>
                    <a:lnTo>
                      <a:pt x="27924" y="27720"/>
                    </a:lnTo>
                    <a:lnTo>
                      <a:pt x="205"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10"/>
              <p:cNvSpPr/>
              <p:nvPr/>
            </p:nvSpPr>
            <p:spPr>
              <a:xfrm>
                <a:off x="498666" y="3857823"/>
                <a:ext cx="1196665" cy="2113124"/>
              </a:xfrm>
              <a:custGeom>
                <a:rect b="b" l="l" r="r" t="t"/>
                <a:pathLst>
                  <a:path extrusionOk="0" h="17609" w="9972">
                    <a:moveTo>
                      <a:pt x="1" y="0"/>
                    </a:moveTo>
                    <a:lnTo>
                      <a:pt x="1" y="4948"/>
                    </a:lnTo>
                    <a:lnTo>
                      <a:pt x="9720" y="14670"/>
                    </a:lnTo>
                    <a:lnTo>
                      <a:pt x="9720" y="17608"/>
                    </a:lnTo>
                    <a:lnTo>
                      <a:pt x="9972" y="17608"/>
                    </a:lnTo>
                    <a:lnTo>
                      <a:pt x="9972" y="14566"/>
                    </a:lnTo>
                    <a:lnTo>
                      <a:pt x="249" y="4843"/>
                    </a:lnTo>
                    <a:lnTo>
                      <a:pt x="2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2" name="Google Shape;212;p10"/>
            <p:cNvGrpSpPr/>
            <p:nvPr/>
          </p:nvGrpSpPr>
          <p:grpSpPr>
            <a:xfrm flipH="1" rot="-5400000">
              <a:off x="413271" y="3223016"/>
              <a:ext cx="618213" cy="306426"/>
              <a:chOff x="5989375" y="1843575"/>
              <a:chExt cx="136525" cy="67675"/>
            </a:xfrm>
          </p:grpSpPr>
          <p:sp>
            <p:nvSpPr>
              <p:cNvPr id="213" name="Google Shape;213;p10"/>
              <p:cNvSpPr/>
              <p:nvPr/>
            </p:nvSpPr>
            <p:spPr>
              <a:xfrm>
                <a:off x="6047225" y="1843575"/>
                <a:ext cx="20525" cy="20550"/>
              </a:xfrm>
              <a:custGeom>
                <a:rect b="b" l="l" r="r" t="t"/>
                <a:pathLst>
                  <a:path extrusionOk="0" h="822" w="821">
                    <a:moveTo>
                      <a:pt x="709" y="0"/>
                    </a:moveTo>
                    <a:lnTo>
                      <a:pt x="0" y="709"/>
                    </a:lnTo>
                    <a:lnTo>
                      <a:pt x="112" y="821"/>
                    </a:lnTo>
                    <a:lnTo>
                      <a:pt x="821" y="113"/>
                    </a:lnTo>
                    <a:lnTo>
                      <a:pt x="70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0"/>
              <p:cNvSpPr/>
              <p:nvPr/>
            </p:nvSpPr>
            <p:spPr>
              <a:xfrm>
                <a:off x="6047225" y="1843575"/>
                <a:ext cx="20525" cy="20550"/>
              </a:xfrm>
              <a:custGeom>
                <a:rect b="b" l="l" r="r" t="t"/>
                <a:pathLst>
                  <a:path extrusionOk="0" h="822" w="821">
                    <a:moveTo>
                      <a:pt x="112" y="0"/>
                    </a:moveTo>
                    <a:lnTo>
                      <a:pt x="0" y="113"/>
                    </a:lnTo>
                    <a:lnTo>
                      <a:pt x="709" y="821"/>
                    </a:lnTo>
                    <a:lnTo>
                      <a:pt x="821" y="709"/>
                    </a:lnTo>
                    <a:lnTo>
                      <a:pt x="1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0"/>
              <p:cNvSpPr/>
              <p:nvPr/>
            </p:nvSpPr>
            <p:spPr>
              <a:xfrm>
                <a:off x="5989475" y="1843675"/>
                <a:ext cx="20650" cy="20550"/>
              </a:xfrm>
              <a:custGeom>
                <a:rect b="b" l="l" r="r" t="t"/>
                <a:pathLst>
                  <a:path extrusionOk="0" h="822" w="826">
                    <a:moveTo>
                      <a:pt x="713" y="0"/>
                    </a:moveTo>
                    <a:lnTo>
                      <a:pt x="1" y="709"/>
                    </a:lnTo>
                    <a:lnTo>
                      <a:pt x="113" y="821"/>
                    </a:lnTo>
                    <a:lnTo>
                      <a:pt x="825" y="113"/>
                    </a:lnTo>
                    <a:lnTo>
                      <a:pt x="7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0"/>
              <p:cNvSpPr/>
              <p:nvPr/>
            </p:nvSpPr>
            <p:spPr>
              <a:xfrm>
                <a:off x="5989375" y="1843575"/>
                <a:ext cx="20650" cy="20550"/>
              </a:xfrm>
              <a:custGeom>
                <a:rect b="b" l="l" r="r" t="t"/>
                <a:pathLst>
                  <a:path extrusionOk="0" h="822" w="826">
                    <a:moveTo>
                      <a:pt x="117" y="0"/>
                    </a:moveTo>
                    <a:lnTo>
                      <a:pt x="1" y="113"/>
                    </a:lnTo>
                    <a:lnTo>
                      <a:pt x="713" y="821"/>
                    </a:lnTo>
                    <a:lnTo>
                      <a:pt x="825" y="709"/>
                    </a:lnTo>
                    <a:lnTo>
                      <a:pt x="1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0"/>
              <p:cNvSpPr/>
              <p:nvPr/>
            </p:nvSpPr>
            <p:spPr>
              <a:xfrm>
                <a:off x="6105350" y="1890600"/>
                <a:ext cx="20550" cy="20650"/>
              </a:xfrm>
              <a:custGeom>
                <a:rect b="b" l="l" r="r" t="t"/>
                <a:pathLst>
                  <a:path extrusionOk="0" h="826" w="822">
                    <a:moveTo>
                      <a:pt x="709" y="1"/>
                    </a:moveTo>
                    <a:lnTo>
                      <a:pt x="1" y="713"/>
                    </a:lnTo>
                    <a:lnTo>
                      <a:pt x="113" y="825"/>
                    </a:lnTo>
                    <a:lnTo>
                      <a:pt x="821" y="113"/>
                    </a:lnTo>
                    <a:lnTo>
                      <a:pt x="70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0"/>
              <p:cNvSpPr/>
              <p:nvPr/>
            </p:nvSpPr>
            <p:spPr>
              <a:xfrm>
                <a:off x="6105350" y="1890600"/>
                <a:ext cx="20550" cy="20650"/>
              </a:xfrm>
              <a:custGeom>
                <a:rect b="b" l="l" r="r" t="t"/>
                <a:pathLst>
                  <a:path extrusionOk="0" h="826" w="822">
                    <a:moveTo>
                      <a:pt x="113" y="1"/>
                    </a:moveTo>
                    <a:lnTo>
                      <a:pt x="1" y="113"/>
                    </a:lnTo>
                    <a:lnTo>
                      <a:pt x="709" y="825"/>
                    </a:lnTo>
                    <a:lnTo>
                      <a:pt x="821" y="709"/>
                    </a:lnTo>
                    <a:lnTo>
                      <a:pt x="1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0"/>
              <p:cNvSpPr/>
              <p:nvPr/>
            </p:nvSpPr>
            <p:spPr>
              <a:xfrm>
                <a:off x="6047525" y="1890600"/>
                <a:ext cx="20625" cy="20650"/>
              </a:xfrm>
              <a:custGeom>
                <a:rect b="b" l="l" r="r" t="t"/>
                <a:pathLst>
                  <a:path extrusionOk="0" h="826" w="825">
                    <a:moveTo>
                      <a:pt x="713" y="1"/>
                    </a:moveTo>
                    <a:lnTo>
                      <a:pt x="0" y="709"/>
                    </a:lnTo>
                    <a:lnTo>
                      <a:pt x="116" y="825"/>
                    </a:lnTo>
                    <a:lnTo>
                      <a:pt x="825" y="113"/>
                    </a:lnTo>
                    <a:lnTo>
                      <a:pt x="7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0"/>
              <p:cNvSpPr/>
              <p:nvPr/>
            </p:nvSpPr>
            <p:spPr>
              <a:xfrm>
                <a:off x="6047525" y="1890600"/>
                <a:ext cx="20625" cy="20650"/>
              </a:xfrm>
              <a:custGeom>
                <a:rect b="b" l="l" r="r" t="t"/>
                <a:pathLst>
                  <a:path extrusionOk="0" h="826" w="825">
                    <a:moveTo>
                      <a:pt x="112" y="1"/>
                    </a:moveTo>
                    <a:lnTo>
                      <a:pt x="0" y="113"/>
                    </a:lnTo>
                    <a:lnTo>
                      <a:pt x="713" y="825"/>
                    </a:lnTo>
                    <a:lnTo>
                      <a:pt x="825" y="709"/>
                    </a:lnTo>
                    <a:lnTo>
                      <a:pt x="11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lt1"/>
              </a:buClr>
              <a:buSzPts val="3000"/>
              <a:buFont typeface="Orbitron"/>
              <a:buNone/>
              <a:defRPr b="1" i="0" sz="3000" u="none" cap="none" strike="noStrike">
                <a:solidFill>
                  <a:schemeClr val="lt1"/>
                </a:solidFill>
                <a:latin typeface="Orbitron"/>
                <a:ea typeface="Orbitron"/>
                <a:cs typeface="Orbitron"/>
                <a:sym typeface="Orbitron"/>
              </a:defRPr>
            </a:lvl1pPr>
            <a:lvl2pPr lvl="1"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2pPr>
            <a:lvl3pPr lvl="2"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3pPr>
            <a:lvl4pPr lvl="3"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4pPr>
            <a:lvl5pPr lvl="4"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5pPr>
            <a:lvl6pPr lvl="5"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6pPr>
            <a:lvl7pPr lvl="6"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7pPr>
            <a:lvl8pPr lvl="7"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8pPr>
            <a:lvl9pPr lvl="8" marR="0" rtl="0" algn="ctr">
              <a:lnSpc>
                <a:spcPct val="100000"/>
              </a:lnSpc>
              <a:spcBef>
                <a:spcPts val="0"/>
              </a:spcBef>
              <a:spcAft>
                <a:spcPts val="0"/>
              </a:spcAft>
              <a:buClr>
                <a:schemeClr val="lt1"/>
              </a:buClr>
              <a:buSzPts val="3200"/>
              <a:buFont typeface="Orbitron"/>
              <a:buNone/>
              <a:defRPr b="1" i="0" sz="3200" u="none" cap="none" strike="noStrike">
                <a:solidFill>
                  <a:schemeClr val="lt1"/>
                </a:solidFill>
                <a:latin typeface="Orbitron"/>
                <a:ea typeface="Orbitron"/>
                <a:cs typeface="Orbitron"/>
                <a:sym typeface="Orbitron"/>
              </a:defRPr>
            </a:lvl9pPr>
          </a:lstStyle>
          <a:p/>
        </p:txBody>
      </p:sp>
      <p:sp>
        <p:nvSpPr>
          <p:cNvPr id="7" name="Google Shape;7;p1"/>
          <p:cNvSpPr txBox="1"/>
          <p:nvPr>
            <p:ph idx="1" type="body"/>
          </p:nvPr>
        </p:nvSpPr>
        <p:spPr>
          <a:xfrm>
            <a:off x="720000" y="1300850"/>
            <a:ext cx="7704000" cy="3267900"/>
          </a:xfrm>
          <a:prstGeom prst="rect">
            <a:avLst/>
          </a:prstGeom>
          <a:noFill/>
          <a:ln>
            <a:noFill/>
          </a:ln>
        </p:spPr>
        <p:txBody>
          <a:bodyPr anchorCtr="0" anchor="ctr" bIns="91425" lIns="91425" spcFirstLastPara="1" rIns="91425" wrap="square" tIns="91425">
            <a:noAutofit/>
          </a:bodyPr>
          <a:lstStyle>
            <a:lvl1pPr indent="-323850" lvl="0" marL="457200" marR="0" rtl="0" algn="l">
              <a:lnSpc>
                <a:spcPct val="100000"/>
              </a:lnSpc>
              <a:spcBef>
                <a:spcPts val="0"/>
              </a:spcBef>
              <a:spcAft>
                <a:spcPts val="0"/>
              </a:spcAft>
              <a:buClr>
                <a:schemeClr val="dk2"/>
              </a:buClr>
              <a:buSzPts val="1500"/>
              <a:buFont typeface="Roboto"/>
              <a:buChar char="●"/>
              <a:defRPr b="0" i="0" sz="1500" u="none" cap="none" strike="noStrike">
                <a:solidFill>
                  <a:schemeClr val="lt1"/>
                </a:solidFill>
                <a:latin typeface="Roboto"/>
                <a:ea typeface="Roboto"/>
                <a:cs typeface="Roboto"/>
                <a:sym typeface="Roboto"/>
              </a:defRPr>
            </a:lvl1pPr>
            <a:lvl2pPr indent="-323850" lvl="1" marL="9144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2pPr>
            <a:lvl3pPr indent="-323850" lvl="2" marL="13716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3pPr>
            <a:lvl4pPr indent="-323850" lvl="3" marL="18288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4pPr>
            <a:lvl5pPr indent="-323850" lvl="4" marL="22860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5pPr>
            <a:lvl6pPr indent="-323850" lvl="5" marL="27432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6pPr>
            <a:lvl7pPr indent="-323850" lvl="6" marL="32004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7pPr>
            <a:lvl8pPr indent="-323850" lvl="7" marL="36576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8pPr>
            <a:lvl9pPr indent="-323850" lvl="8" marL="4114800" marR="0" rtl="0" algn="l">
              <a:lnSpc>
                <a:spcPct val="100000"/>
              </a:lnSpc>
              <a:spcBef>
                <a:spcPts val="0"/>
              </a:spcBef>
              <a:spcAft>
                <a:spcPts val="0"/>
              </a:spcAft>
              <a:buClr>
                <a:schemeClr val="lt1"/>
              </a:buClr>
              <a:buSzPts val="1500"/>
              <a:buFont typeface="Roboto"/>
              <a:buChar char="■"/>
              <a:defRPr b="0" i="0" sz="1500" u="none" cap="none" strike="noStrike">
                <a:solidFill>
                  <a:schemeClr val="lt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1"/>
          <p:cNvSpPr/>
          <p:nvPr/>
        </p:nvSpPr>
        <p:spPr>
          <a:xfrm>
            <a:off x="12812293" y="872774"/>
            <a:ext cx="144983" cy="272315"/>
          </a:xfrm>
          <a:custGeom>
            <a:rect b="b" l="l" r="r" t="t"/>
            <a:pathLst>
              <a:path extrusionOk="0" h="1388" w="739">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1"/>
          <p:cNvSpPr/>
          <p:nvPr/>
        </p:nvSpPr>
        <p:spPr>
          <a:xfrm>
            <a:off x="12634741" y="984406"/>
            <a:ext cx="165975" cy="226210"/>
          </a:xfrm>
          <a:custGeom>
            <a:rect b="b" l="l" r="r" t="t"/>
            <a:pathLst>
              <a:path extrusionOk="0" h="1153" w="846">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1"/>
          <p:cNvSpPr/>
          <p:nvPr/>
        </p:nvSpPr>
        <p:spPr>
          <a:xfrm>
            <a:off x="12359096" y="2644566"/>
            <a:ext cx="116928" cy="53953"/>
          </a:xfrm>
          <a:custGeom>
            <a:rect b="b" l="l" r="r" t="t"/>
            <a:pathLst>
              <a:path extrusionOk="0" fill="none" h="275" w="596">
                <a:moveTo>
                  <a:pt x="1" y="274"/>
                </a:moveTo>
                <a:cubicBezTo>
                  <a:pt x="191" y="179"/>
                  <a:pt x="394" y="96"/>
                  <a:pt x="596" y="0"/>
                </a:cubicBezTo>
              </a:path>
            </a:pathLst>
          </a:custGeom>
          <a:noFill/>
          <a:ln cap="rnd" cmpd="sng" w="9525">
            <a:solidFill>
              <a:srgbClr val="2AB59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1"/>
          <p:cNvSpPr txBox="1"/>
          <p:nvPr>
            <p:ph type="ctrTitle"/>
          </p:nvPr>
        </p:nvSpPr>
        <p:spPr>
          <a:xfrm>
            <a:off x="768339" y="1622119"/>
            <a:ext cx="7780930" cy="2152800"/>
          </a:xfrm>
          <a:prstGeom prst="rect">
            <a:avLst/>
          </a:prstGeom>
          <a:noFill/>
          <a:ln>
            <a:noFill/>
          </a:ln>
        </p:spPr>
        <p:txBody>
          <a:bodyPr anchorCtr="0" anchor="ctr" bIns="91425" lIns="91425" spcFirstLastPara="1" rIns="91425" wrap="square" tIns="91425">
            <a:noAutofit/>
          </a:bodyPr>
          <a:lstStyle/>
          <a:p>
            <a:pPr indent="0" lvl="0" marL="0" marR="0" rtl="0" algn="l">
              <a:lnSpc>
                <a:spcPct val="110001"/>
              </a:lnSpc>
              <a:spcBef>
                <a:spcPts val="0"/>
              </a:spcBef>
              <a:spcAft>
                <a:spcPts val="0"/>
              </a:spcAft>
              <a:buSzPts val="5500"/>
              <a:buNone/>
            </a:pPr>
            <a:r>
              <a:rPr b="1" i="0" lang="en-US" sz="9600" u="none" strike="noStrike">
                <a:solidFill>
                  <a:schemeClr val="lt1"/>
                </a:solidFill>
                <a:latin typeface="Orbitron"/>
                <a:ea typeface="Orbitron"/>
                <a:cs typeface="Orbitron"/>
                <a:sym typeface="Orbitron"/>
              </a:rPr>
              <a:t>Sentinel</a:t>
            </a:r>
            <a:r>
              <a:rPr b="1" i="0" lang="en-US" sz="9600" u="none" strike="noStrike">
                <a:solidFill>
                  <a:schemeClr val="dk2"/>
                </a:solidFill>
                <a:latin typeface="Orbitron"/>
                <a:ea typeface="Orbitron"/>
                <a:cs typeface="Orbitron"/>
                <a:sym typeface="Orbitron"/>
              </a:rPr>
              <a:t>AI</a:t>
            </a:r>
            <a:endParaRPr sz="9600">
              <a:solidFill>
                <a:schemeClr val="dk2"/>
              </a:solidFill>
              <a:latin typeface="Orbitron"/>
              <a:ea typeface="Orbitron"/>
              <a:cs typeface="Orbitron"/>
              <a:sym typeface="Orbitron"/>
            </a:endParaRPr>
          </a:p>
        </p:txBody>
      </p:sp>
      <p:sp>
        <p:nvSpPr>
          <p:cNvPr id="229" name="Google Shape;229;p11"/>
          <p:cNvSpPr txBox="1"/>
          <p:nvPr>
            <p:ph idx="1" type="subTitle"/>
          </p:nvPr>
        </p:nvSpPr>
        <p:spPr>
          <a:xfrm>
            <a:off x="2094213" y="3200810"/>
            <a:ext cx="6551700" cy="463500"/>
          </a:xfrm>
          <a:prstGeom prst="rect">
            <a:avLst/>
          </a:prstGeom>
          <a:noFill/>
          <a:ln>
            <a:noFill/>
          </a:ln>
        </p:spPr>
        <p:txBody>
          <a:bodyPr anchorCtr="0" anchor="ctr" bIns="91425" lIns="91425" spcFirstLastPara="1" rIns="91425" wrap="square" tIns="91425">
            <a:noAutofit/>
          </a:bodyPr>
          <a:lstStyle/>
          <a:p>
            <a:pPr indent="-323850" lvl="0" marL="457200" rtl="0" algn="ctr">
              <a:lnSpc>
                <a:spcPct val="100000"/>
              </a:lnSpc>
              <a:spcBef>
                <a:spcPts val="0"/>
              </a:spcBef>
              <a:spcAft>
                <a:spcPts val="0"/>
              </a:spcAft>
              <a:buSzPts val="1500"/>
              <a:buNone/>
            </a:pPr>
            <a:r>
              <a:rPr b="1" lang="en-US" sz="2200">
                <a:solidFill>
                  <a:schemeClr val="lt1"/>
                </a:solidFill>
                <a:latin typeface="Play"/>
                <a:ea typeface="Play"/>
                <a:cs typeface="Play"/>
                <a:sym typeface="Play"/>
              </a:rPr>
              <a:t>Smart Security for Smarter Devices</a:t>
            </a:r>
            <a:endParaRPr b="1" sz="2200">
              <a:solidFill>
                <a:schemeClr val="lt1"/>
              </a:solidFill>
              <a:latin typeface="Play"/>
              <a:ea typeface="Play"/>
              <a:cs typeface="Play"/>
              <a:sym typeface="Play"/>
            </a:endParaRPr>
          </a:p>
        </p:txBody>
      </p:sp>
      <p:grpSp>
        <p:nvGrpSpPr>
          <p:cNvPr id="230" name="Google Shape;230;p11"/>
          <p:cNvGrpSpPr/>
          <p:nvPr/>
        </p:nvGrpSpPr>
        <p:grpSpPr>
          <a:xfrm>
            <a:off x="888012" y="1440674"/>
            <a:ext cx="300359" cy="299855"/>
            <a:chOff x="1466575" y="2391250"/>
            <a:chExt cx="59575" cy="59475"/>
          </a:xfrm>
        </p:grpSpPr>
        <p:sp>
          <p:nvSpPr>
            <p:cNvPr id="231" name="Google Shape;231;p11"/>
            <p:cNvSpPr/>
            <p:nvPr/>
          </p:nvSpPr>
          <p:spPr>
            <a:xfrm>
              <a:off x="1491600" y="2391250"/>
              <a:ext cx="9425" cy="59475"/>
            </a:xfrm>
            <a:custGeom>
              <a:rect b="b" l="l" r="r" t="t"/>
              <a:pathLst>
                <a:path extrusionOk="0" h="2379" w="377">
                  <a:moveTo>
                    <a:pt x="0" y="1"/>
                  </a:moveTo>
                  <a:lnTo>
                    <a:pt x="0" y="2379"/>
                  </a:lnTo>
                  <a:lnTo>
                    <a:pt x="377" y="2379"/>
                  </a:lnTo>
                  <a:lnTo>
                    <a:pt x="37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1"/>
            <p:cNvSpPr/>
            <p:nvPr/>
          </p:nvSpPr>
          <p:spPr>
            <a:xfrm>
              <a:off x="1466575" y="2416275"/>
              <a:ext cx="59575" cy="9425"/>
            </a:xfrm>
            <a:custGeom>
              <a:rect b="b" l="l" r="r" t="t"/>
              <a:pathLst>
                <a:path extrusionOk="0" h="377" w="2383">
                  <a:moveTo>
                    <a:pt x="1" y="1"/>
                  </a:moveTo>
                  <a:lnTo>
                    <a:pt x="1" y="377"/>
                  </a:lnTo>
                  <a:lnTo>
                    <a:pt x="2382" y="377"/>
                  </a:lnTo>
                  <a:lnTo>
                    <a:pt x="238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3" name="Google Shape;233;p11"/>
          <p:cNvSpPr txBox="1"/>
          <p:nvPr/>
        </p:nvSpPr>
        <p:spPr>
          <a:xfrm>
            <a:off x="139391" y="4314107"/>
            <a:ext cx="5659243"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accent3"/>
                </a:solidFill>
                <a:latin typeface="Poppins"/>
                <a:ea typeface="Poppins"/>
                <a:cs typeface="Poppins"/>
                <a:sym typeface="Poppins"/>
              </a:rPr>
              <a:t>Problem Statement :</a:t>
            </a:r>
            <a:r>
              <a:rPr b="0" i="0" lang="en-US" sz="1200" u="none" cap="none" strike="noStrike">
                <a:solidFill>
                  <a:schemeClr val="accent3"/>
                </a:solidFill>
                <a:latin typeface="Poppins"/>
                <a:ea typeface="Poppins"/>
                <a:cs typeface="Poppins"/>
                <a:sym typeface="Poppins"/>
              </a:rPr>
              <a:t> </a:t>
            </a:r>
            <a:r>
              <a:rPr b="0" i="0" lang="en-US" sz="1400" u="none" cap="none" strike="noStrike">
                <a:solidFill>
                  <a:schemeClr val="lt1"/>
                </a:solidFill>
                <a:latin typeface="Poppins"/>
                <a:ea typeface="Poppins"/>
                <a:cs typeface="Poppins"/>
                <a:sym typeface="Poppins"/>
              </a:rPr>
              <a:t>CR06 - Autonomous Cybersecurity for </a:t>
            </a:r>
            <a:endParaRPr/>
          </a:p>
          <a:p>
            <a:pPr indent="0" lvl="0" marL="0" marR="0" rtl="0" algn="l">
              <a:lnSpc>
                <a:spcPct val="100000"/>
              </a:lnSpc>
              <a:spcBef>
                <a:spcPts val="0"/>
              </a:spcBef>
              <a:spcAft>
                <a:spcPts val="0"/>
              </a:spcAft>
              <a:buNone/>
            </a:pPr>
            <a:r>
              <a:rPr b="0" i="0" lang="en-US" sz="1400" u="none" cap="none" strike="noStrike">
                <a:solidFill>
                  <a:schemeClr val="lt1"/>
                </a:solidFill>
                <a:latin typeface="Poppins"/>
                <a:ea typeface="Poppins"/>
                <a:cs typeface="Poppins"/>
                <a:sym typeface="Poppins"/>
              </a:rPr>
              <a:t>Real-Time IoT Node Protection</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0000"/>
              </a:solidFill>
              <a:latin typeface="Poppins"/>
              <a:ea typeface="Poppins"/>
              <a:cs typeface="Poppins"/>
              <a:sym typeface="Poppins"/>
            </a:endParaRPr>
          </a:p>
        </p:txBody>
      </p:sp>
      <p:sp>
        <p:nvSpPr>
          <p:cNvPr id="234" name="Google Shape;234;p11"/>
          <p:cNvSpPr/>
          <p:nvPr/>
        </p:nvSpPr>
        <p:spPr>
          <a:xfrm>
            <a:off x="118946" y="4311806"/>
            <a:ext cx="5441795" cy="639336"/>
          </a:xfrm>
          <a:prstGeom prst="roundRect">
            <a:avLst>
              <a:gd fmla="val 16667" name="adj"/>
            </a:avLst>
          </a:prstGeom>
          <a:noFill/>
          <a:ln cap="flat" cmpd="sng" w="25400">
            <a:solidFill>
              <a:srgbClr val="485E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5" name="Google Shape;235;p11"/>
          <p:cNvSpPr/>
          <p:nvPr/>
        </p:nvSpPr>
        <p:spPr>
          <a:xfrm>
            <a:off x="6512312" y="315748"/>
            <a:ext cx="2293434" cy="750849"/>
          </a:xfrm>
          <a:prstGeom prst="roundRect">
            <a:avLst>
              <a:gd fmla="val 16667" name="adj"/>
            </a:avLst>
          </a:prstGeom>
          <a:noFill/>
          <a:ln cap="flat" cmpd="sng" w="25400">
            <a:solidFill>
              <a:srgbClr val="485E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6" name="Google Shape;236;p11"/>
          <p:cNvSpPr txBox="1"/>
          <p:nvPr/>
        </p:nvSpPr>
        <p:spPr>
          <a:xfrm>
            <a:off x="7205547" y="296577"/>
            <a:ext cx="8865218" cy="445122"/>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800"/>
              <a:buFont typeface="Arial"/>
              <a:buNone/>
            </a:pPr>
            <a:r>
              <a:rPr b="0" i="0" lang="en-US" sz="1800" u="none" cap="none" strike="noStrike">
                <a:solidFill>
                  <a:schemeClr val="accent3"/>
                </a:solidFill>
                <a:latin typeface="Poppins"/>
                <a:ea typeface="Poppins"/>
                <a:cs typeface="Poppins"/>
                <a:sym typeface="Poppins"/>
              </a:rPr>
              <a:t>Team Name </a:t>
            </a:r>
            <a:endParaRPr b="0" i="0" sz="1800" u="none" cap="none" strike="noStrike">
              <a:solidFill>
                <a:schemeClr val="accent3"/>
              </a:solidFill>
              <a:latin typeface="Arial"/>
              <a:ea typeface="Arial"/>
              <a:cs typeface="Arial"/>
              <a:sym typeface="Arial"/>
            </a:endParaRPr>
          </a:p>
        </p:txBody>
      </p:sp>
      <p:sp>
        <p:nvSpPr>
          <p:cNvPr id="237" name="Google Shape;237;p11"/>
          <p:cNvSpPr txBox="1"/>
          <p:nvPr/>
        </p:nvSpPr>
        <p:spPr>
          <a:xfrm>
            <a:off x="7579112" y="654686"/>
            <a:ext cx="912169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lt1"/>
                </a:solidFill>
                <a:latin typeface="Poppins"/>
                <a:ea typeface="Poppins"/>
                <a:cs typeface="Poppins"/>
                <a:sym typeface="Poppins"/>
              </a:rPr>
              <a:t>Simpsons</a:t>
            </a:r>
            <a:endParaRPr b="0" i="0" sz="1600" u="none" cap="none" strike="noStrike">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2"/>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t>In-Short</a:t>
            </a:r>
            <a:endParaRPr/>
          </a:p>
        </p:txBody>
      </p:sp>
      <p:sp>
        <p:nvSpPr>
          <p:cNvPr id="243" name="Google Shape;243;p12"/>
          <p:cNvSpPr txBox="1"/>
          <p:nvPr/>
        </p:nvSpPr>
        <p:spPr>
          <a:xfrm>
            <a:off x="210014" y="1270503"/>
            <a:ext cx="865148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rise of the Internet of Things (IoT) has revolutionized industries by connecting everyday devices to the digital world. However, this rapid growth brings with it new security challenges, making it crucial to develop robust cybersecurity frameworks to protect IoT networks from evolving threats.</a:t>
            </a:r>
            <a:endParaRPr b="0" i="0" sz="1400" u="none" cap="none" strike="noStrike">
              <a:solidFill>
                <a:srgbClr val="000000"/>
              </a:solidFill>
              <a:latin typeface="Arial"/>
              <a:ea typeface="Arial"/>
              <a:cs typeface="Arial"/>
              <a:sym typeface="Arial"/>
            </a:endParaRPr>
          </a:p>
        </p:txBody>
      </p:sp>
      <p:sp>
        <p:nvSpPr>
          <p:cNvPr id="244" name="Google Shape;244;p12"/>
          <p:cNvSpPr/>
          <p:nvPr/>
        </p:nvSpPr>
        <p:spPr>
          <a:xfrm>
            <a:off x="148683" y="1189464"/>
            <a:ext cx="8846634" cy="1011043"/>
          </a:xfrm>
          <a:prstGeom prst="roundRect">
            <a:avLst>
              <a:gd fmla="val 16667"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5" name="Google Shape;245;p12"/>
          <p:cNvSpPr/>
          <p:nvPr/>
        </p:nvSpPr>
        <p:spPr>
          <a:xfrm>
            <a:off x="148683" y="2410172"/>
            <a:ext cx="3233854" cy="2436892"/>
          </a:xfrm>
          <a:prstGeom prst="roundRect">
            <a:avLst>
              <a:gd fmla="val 16667"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p12"/>
          <p:cNvSpPr/>
          <p:nvPr/>
        </p:nvSpPr>
        <p:spPr>
          <a:xfrm>
            <a:off x="185298" y="2553271"/>
            <a:ext cx="3233854" cy="2246769"/>
          </a:xfrm>
          <a:prstGeom prst="rect">
            <a:avLst/>
          </a:prstGeom>
          <a:noFill/>
          <a:ln>
            <a:noFill/>
          </a:ln>
        </p:spPr>
        <p:txBody>
          <a:bodyPr anchorCtr="0" anchor="ctr" bIns="45700" lIns="91425" spcFirstLastPara="1" rIns="91425" wrap="square" tIns="45700">
            <a:noAutofit/>
          </a:bodyPr>
          <a:lstStyle/>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400"/>
              <a:buFont typeface="Noto Sans Symbols"/>
              <a:buChar char="✔"/>
            </a:pPr>
            <a:r>
              <a:rPr b="0" i="0" lang="en-US" sz="1400" u="none" cap="none" strike="noStrike">
                <a:solidFill>
                  <a:schemeClr val="lt1"/>
                </a:solidFill>
                <a:latin typeface="Arial"/>
                <a:ea typeface="Arial"/>
                <a:cs typeface="Arial"/>
                <a:sym typeface="Arial"/>
              </a:rPr>
              <a:t>Industry-specific security tailored modular approach to IoT environments.</a:t>
            </a:r>
            <a:endParaRPr/>
          </a:p>
          <a:p>
            <a:pPr indent="-285750" lvl="0" marL="285750" marR="0" rtl="0" algn="l">
              <a:lnSpc>
                <a:spcPct val="100000"/>
              </a:lnSpc>
              <a:spcBef>
                <a:spcPts val="0"/>
              </a:spcBef>
              <a:spcAft>
                <a:spcPts val="0"/>
              </a:spcAft>
              <a:buClr>
                <a:schemeClr val="lt1"/>
              </a:buClr>
              <a:buSzPts val="1400"/>
              <a:buFont typeface="Noto Sans Symbols"/>
              <a:buChar char="✔"/>
            </a:pPr>
            <a:r>
              <a:rPr b="0" i="0" lang="en-US" sz="1400" u="none" cap="none" strike="noStrike">
                <a:solidFill>
                  <a:schemeClr val="lt1"/>
                </a:solidFill>
                <a:latin typeface="Arial"/>
                <a:ea typeface="Arial"/>
                <a:cs typeface="Arial"/>
                <a:sym typeface="Arial"/>
              </a:rPr>
              <a:t>Device category-based threat detection and mitigation.</a:t>
            </a:r>
            <a:endParaRPr/>
          </a:p>
          <a:p>
            <a:pPr indent="-285750" lvl="0" marL="285750" marR="0" rtl="0" algn="l">
              <a:lnSpc>
                <a:spcPct val="100000"/>
              </a:lnSpc>
              <a:spcBef>
                <a:spcPts val="0"/>
              </a:spcBef>
              <a:spcAft>
                <a:spcPts val="0"/>
              </a:spcAft>
              <a:buClr>
                <a:schemeClr val="lt1"/>
              </a:buClr>
              <a:buSzPts val="1400"/>
              <a:buFont typeface="Noto Sans Symbols"/>
              <a:buChar char="✔"/>
            </a:pPr>
            <a:r>
              <a:rPr b="0" i="0" lang="en-US" sz="1400" u="none" cap="none" strike="noStrike">
                <a:solidFill>
                  <a:schemeClr val="lt1"/>
                </a:solidFill>
                <a:latin typeface="Arial"/>
                <a:ea typeface="Arial"/>
                <a:cs typeface="Arial"/>
                <a:sym typeface="Arial"/>
              </a:rPr>
              <a:t>Real-time automated recovery with minimal disruption.</a:t>
            </a:r>
            <a:endParaRPr/>
          </a:p>
          <a:p>
            <a:pPr indent="-285750" lvl="0" marL="285750" marR="0" rtl="0" algn="l">
              <a:lnSpc>
                <a:spcPct val="100000"/>
              </a:lnSpc>
              <a:spcBef>
                <a:spcPts val="0"/>
              </a:spcBef>
              <a:spcAft>
                <a:spcPts val="0"/>
              </a:spcAft>
              <a:buClr>
                <a:schemeClr val="lt1"/>
              </a:buClr>
              <a:buSzPts val="1400"/>
              <a:buFont typeface="Noto Sans Symbols"/>
              <a:buChar char="✔"/>
            </a:pPr>
            <a:r>
              <a:rPr b="0" i="0" lang="en-US" sz="1400" u="none" cap="none" strike="noStrike">
                <a:solidFill>
                  <a:schemeClr val="lt1"/>
                </a:solidFill>
                <a:latin typeface="Arial"/>
                <a:ea typeface="Arial"/>
                <a:cs typeface="Arial"/>
                <a:sym typeface="Arial"/>
              </a:rPr>
              <a:t>Scalable, lightweight framework ensuring device performance. </a:t>
            </a:r>
            <a:endParaRPr/>
          </a:p>
        </p:txBody>
      </p:sp>
      <p:sp>
        <p:nvSpPr>
          <p:cNvPr id="247" name="Google Shape;247;p12"/>
          <p:cNvSpPr txBox="1"/>
          <p:nvPr/>
        </p:nvSpPr>
        <p:spPr>
          <a:xfrm>
            <a:off x="713122" y="2396907"/>
            <a:ext cx="2227638" cy="59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1"/>
              </a:buClr>
              <a:buSzPts val="3000"/>
              <a:buFont typeface="Fredoka"/>
              <a:buNone/>
            </a:pPr>
            <a:r>
              <a:rPr b="1" i="0" lang="en-US" sz="2000" u="none" cap="none" strike="noStrike">
                <a:solidFill>
                  <a:schemeClr val="lt1"/>
                </a:solidFill>
                <a:latin typeface="Orbitron"/>
                <a:ea typeface="Orbitron"/>
                <a:cs typeface="Orbitron"/>
                <a:sym typeface="Orbitron"/>
              </a:rPr>
              <a:t>Why US ?</a:t>
            </a:r>
            <a:endParaRPr/>
          </a:p>
        </p:txBody>
      </p:sp>
      <p:sp>
        <p:nvSpPr>
          <p:cNvPr id="248" name="Google Shape;248;p12"/>
          <p:cNvSpPr/>
          <p:nvPr/>
        </p:nvSpPr>
        <p:spPr>
          <a:xfrm>
            <a:off x="3505199" y="2410172"/>
            <a:ext cx="3233854" cy="2436892"/>
          </a:xfrm>
          <a:prstGeom prst="roundRect">
            <a:avLst>
              <a:gd fmla="val 16667"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9" name="Google Shape;249;p12"/>
          <p:cNvSpPr txBox="1"/>
          <p:nvPr/>
        </p:nvSpPr>
        <p:spPr>
          <a:xfrm>
            <a:off x="4008307" y="2396907"/>
            <a:ext cx="2227638" cy="592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lt1"/>
              </a:buClr>
              <a:buSzPts val="3000"/>
              <a:buFont typeface="Fredoka"/>
              <a:buNone/>
            </a:pPr>
            <a:r>
              <a:rPr b="1" i="0" lang="en-US" sz="2000" u="none" cap="none" strike="noStrike">
                <a:solidFill>
                  <a:schemeClr val="lt1"/>
                </a:solidFill>
                <a:latin typeface="Orbitron"/>
                <a:ea typeface="Orbitron"/>
                <a:cs typeface="Orbitron"/>
                <a:sym typeface="Orbitron"/>
              </a:rPr>
              <a:t>Our Approach</a:t>
            </a:r>
            <a:endParaRPr b="1" i="0" sz="2000" u="none" cap="none" strike="noStrike">
              <a:solidFill>
                <a:schemeClr val="lt1"/>
              </a:solidFill>
              <a:latin typeface="Orbitron"/>
              <a:ea typeface="Orbitron"/>
              <a:cs typeface="Orbitron"/>
              <a:sym typeface="Orbitron"/>
            </a:endParaRPr>
          </a:p>
        </p:txBody>
      </p:sp>
      <p:sp>
        <p:nvSpPr>
          <p:cNvPr id="250" name="Google Shape;250;p12"/>
          <p:cNvSpPr/>
          <p:nvPr/>
        </p:nvSpPr>
        <p:spPr>
          <a:xfrm>
            <a:off x="6861715" y="2410171"/>
            <a:ext cx="1642948" cy="2436892"/>
          </a:xfrm>
          <a:prstGeom prst="roundRect">
            <a:avLst>
              <a:gd fmla="val 16667" name="adj"/>
            </a:avLst>
          </a:prstGeom>
          <a:no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1" name="Google Shape;251;p12"/>
          <p:cNvSpPr txBox="1"/>
          <p:nvPr/>
        </p:nvSpPr>
        <p:spPr>
          <a:xfrm>
            <a:off x="6898330" y="3727771"/>
            <a:ext cx="1642948"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IoT cybersecurity market to reach $40B by 2030</a:t>
            </a:r>
            <a:r>
              <a:rPr b="0" i="0" lang="en-US" sz="1400" u="none" cap="none" strike="noStrike">
                <a:solidFill>
                  <a:schemeClr val="lt1"/>
                </a:solidFill>
                <a:latin typeface="Poppins"/>
                <a:ea typeface="Poppins"/>
                <a:cs typeface="Poppins"/>
                <a:sym typeface="Poppins"/>
              </a:rPr>
              <a:t>.</a:t>
            </a:r>
            <a:endParaRPr/>
          </a:p>
        </p:txBody>
      </p:sp>
      <p:sp>
        <p:nvSpPr>
          <p:cNvPr id="252" name="Google Shape;252;p12"/>
          <p:cNvSpPr txBox="1"/>
          <p:nvPr/>
        </p:nvSpPr>
        <p:spPr>
          <a:xfrm>
            <a:off x="6825100" y="2662893"/>
            <a:ext cx="1752602"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Increasing adoption of IoT devices across industries</a:t>
            </a:r>
            <a:endParaRPr b="0" i="0" sz="1400" u="none" cap="none" strike="noStrike">
              <a:solidFill>
                <a:srgbClr val="000000"/>
              </a:solidFill>
              <a:latin typeface="Arial"/>
              <a:ea typeface="Arial"/>
              <a:cs typeface="Arial"/>
              <a:sym typeface="Arial"/>
            </a:endParaRPr>
          </a:p>
        </p:txBody>
      </p:sp>
      <p:sp>
        <p:nvSpPr>
          <p:cNvPr id="253" name="Google Shape;253;p12"/>
          <p:cNvSpPr txBox="1"/>
          <p:nvPr/>
        </p:nvSpPr>
        <p:spPr>
          <a:xfrm>
            <a:off x="3716983" y="2857334"/>
            <a:ext cx="2969475" cy="20313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lt1"/>
                </a:solidFill>
                <a:latin typeface="Arial"/>
                <a:ea typeface="Arial"/>
                <a:cs typeface="Arial"/>
                <a:sym typeface="Arial"/>
              </a:rPr>
              <a:t>Detection, isolation, and recovery.</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Minimized Service Disruption</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Immediate isolation and recovery in case of a breach.</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idx="7" type="subTitle"/>
          </p:nvPr>
        </p:nvSpPr>
        <p:spPr>
          <a:xfrm>
            <a:off x="230458" y="318161"/>
            <a:ext cx="3903842" cy="371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SzPts val="1500"/>
              <a:buNone/>
            </a:pPr>
            <a:r>
              <a:rPr b="1" i="0" lang="en-US" sz="2400" u="none" strike="noStrike">
                <a:solidFill>
                  <a:schemeClr val="dk2"/>
                </a:solidFill>
                <a:latin typeface="Orbitron"/>
                <a:ea typeface="Orbitron"/>
                <a:cs typeface="Orbitron"/>
                <a:sym typeface="Orbitron"/>
              </a:rPr>
              <a:t>PROCESS F</a:t>
            </a:r>
            <a:r>
              <a:rPr b="1" lang="en-US" sz="2400">
                <a:solidFill>
                  <a:schemeClr val="dk2"/>
                </a:solidFill>
                <a:latin typeface="Orbitron"/>
                <a:ea typeface="Orbitron"/>
                <a:cs typeface="Orbitron"/>
                <a:sym typeface="Orbitron"/>
              </a:rPr>
              <a:t>LOW</a:t>
            </a:r>
            <a:endParaRPr sz="2400">
              <a:solidFill>
                <a:schemeClr val="dk2"/>
              </a:solidFill>
              <a:latin typeface="Orbitron"/>
              <a:ea typeface="Orbitron"/>
              <a:cs typeface="Orbitron"/>
              <a:sym typeface="Orbitron"/>
            </a:endParaRPr>
          </a:p>
        </p:txBody>
      </p:sp>
      <p:pic>
        <p:nvPicPr>
          <p:cNvPr id="259" name="Google Shape;259;p13"/>
          <p:cNvPicPr preferRelativeResize="0"/>
          <p:nvPr/>
        </p:nvPicPr>
        <p:blipFill rotWithShape="1">
          <a:blip r:embed="rId3">
            <a:alphaModFix/>
          </a:blip>
          <a:srcRect b="0" l="0" r="0" t="0"/>
          <a:stretch/>
        </p:blipFill>
        <p:spPr>
          <a:xfrm>
            <a:off x="1412488" y="1149480"/>
            <a:ext cx="7052682" cy="33407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4"/>
          <p:cNvSpPr txBox="1"/>
          <p:nvPr/>
        </p:nvSpPr>
        <p:spPr>
          <a:xfrm>
            <a:off x="498088" y="808834"/>
            <a:ext cx="646770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Orbitron"/>
                <a:ea typeface="Orbitron"/>
                <a:cs typeface="Orbitron"/>
                <a:sym typeface="Orbitron"/>
              </a:rPr>
              <a:t>1. Device Registration and Authentication</a:t>
            </a:r>
            <a:endParaRPr/>
          </a:p>
        </p:txBody>
      </p:sp>
      <p:sp>
        <p:nvSpPr>
          <p:cNvPr id="265" name="Google Shape;265;p14"/>
          <p:cNvSpPr txBox="1"/>
          <p:nvPr/>
        </p:nvSpPr>
        <p:spPr>
          <a:xfrm>
            <a:off x="408878" y="1388626"/>
            <a:ext cx="3553522" cy="33239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All device registrations are </a:t>
            </a:r>
            <a:r>
              <a:rPr b="1" i="0" lang="en-US" sz="1400" u="none" cap="none" strike="noStrike">
                <a:solidFill>
                  <a:srgbClr val="000000"/>
                </a:solidFill>
                <a:latin typeface="Arial"/>
                <a:ea typeface="Arial"/>
                <a:cs typeface="Arial"/>
                <a:sym typeface="Arial"/>
              </a:rPr>
              <a:t>recorded on a blockchain</a:t>
            </a:r>
            <a:r>
              <a:rPr b="0" i="0" lang="en-US" sz="1400" u="none" cap="none" strike="noStrike">
                <a:solidFill>
                  <a:srgbClr val="000000"/>
                </a:solidFill>
                <a:latin typeface="Arial"/>
                <a:ea typeface="Arial"/>
                <a:cs typeface="Arial"/>
                <a:sym typeface="Arial"/>
              </a:rPr>
              <a:t> for traceability and </a:t>
            </a:r>
            <a:r>
              <a:rPr b="1" i="0" lang="en-US" sz="1400" u="none" cap="none" strike="noStrike">
                <a:solidFill>
                  <a:srgbClr val="000000"/>
                </a:solidFill>
                <a:latin typeface="Arial"/>
                <a:ea typeface="Arial"/>
                <a:cs typeface="Arial"/>
                <a:sym typeface="Arial"/>
              </a:rPr>
              <a:t>tamper-proof security</a:t>
            </a:r>
            <a:r>
              <a:rPr b="0" i="0" lang="en-US" sz="1400" u="none" cap="none" strike="noStrike">
                <a:solidFill>
                  <a:srgbClr val="000000"/>
                </a:solidFill>
                <a:latin typeface="Arial"/>
                <a:ea typeface="Arial"/>
                <a:cs typeface="Arial"/>
                <a:sym typeface="Arial"/>
              </a:rPr>
              <a:t>, ensuring that any unauthorized additions can be detected.</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During the </a:t>
            </a:r>
            <a:r>
              <a:rPr b="1" i="0" lang="en-US" sz="1400" u="none" cap="none" strike="noStrike">
                <a:solidFill>
                  <a:srgbClr val="000000"/>
                </a:solidFill>
                <a:latin typeface="Arial"/>
                <a:ea typeface="Arial"/>
                <a:cs typeface="Arial"/>
                <a:sym typeface="Arial"/>
              </a:rPr>
              <a:t>registration process</a:t>
            </a:r>
            <a:r>
              <a:rPr b="0" i="0" lang="en-US" sz="1400" u="none" cap="none" strike="noStrike">
                <a:solidFill>
                  <a:srgbClr val="000000"/>
                </a:solidFill>
                <a:latin typeface="Arial"/>
                <a:ea typeface="Arial"/>
                <a:cs typeface="Arial"/>
                <a:sym typeface="Arial"/>
              </a:rPr>
              <a:t>, each IoT device is securely added to the network by its unique </a:t>
            </a:r>
            <a:r>
              <a:rPr b="1" i="0" lang="en-US" sz="1400" u="none" cap="none" strike="noStrike">
                <a:solidFill>
                  <a:srgbClr val="000000"/>
                </a:solidFill>
                <a:latin typeface="Arial"/>
                <a:ea typeface="Arial"/>
                <a:cs typeface="Arial"/>
                <a:sym typeface="Arial"/>
              </a:rPr>
              <a:t>Device ID</a:t>
            </a:r>
            <a:r>
              <a:rPr b="0" i="0" lang="en-US" sz="1400" u="none" cap="none" strike="noStrike">
                <a:solidFill>
                  <a:srgbClr val="000000"/>
                </a:solidFill>
                <a:latin typeface="Arial"/>
                <a:ea typeface="Arial"/>
                <a:cs typeface="Arial"/>
                <a:sym typeface="Arial"/>
              </a:rPr>
              <a:t>.</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Devices are classified into </a:t>
            </a:r>
            <a:r>
              <a:rPr b="1" i="0" lang="en-US" sz="1400" u="none" cap="none" strike="noStrike">
                <a:solidFill>
                  <a:srgbClr val="000000"/>
                </a:solidFill>
                <a:latin typeface="Arial"/>
                <a:ea typeface="Arial"/>
                <a:cs typeface="Arial"/>
                <a:sym typeface="Arial"/>
              </a:rPr>
              <a:t>low</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medium</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high</a:t>
            </a:r>
            <a:r>
              <a:rPr b="0" i="0" lang="en-US" sz="1400" u="none" cap="none" strike="noStrike">
                <a:solidFill>
                  <a:srgbClr val="000000"/>
                </a:solidFill>
                <a:latin typeface="Arial"/>
                <a:ea typeface="Arial"/>
                <a:cs typeface="Arial"/>
                <a:sym typeface="Arial"/>
              </a:rPr>
              <a:t> risk categories based on their data sensitivity and role in the IoT network.</a:t>
            </a:r>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4"/>
          <p:cNvSpPr txBox="1"/>
          <p:nvPr/>
        </p:nvSpPr>
        <p:spPr>
          <a:xfrm>
            <a:off x="4371282" y="1444525"/>
            <a:ext cx="4386144" cy="5232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Extract Mininet layout, register devices on the blockchain.</a:t>
            </a:r>
            <a:endParaRPr/>
          </a:p>
        </p:txBody>
      </p:sp>
      <p:pic>
        <p:nvPicPr>
          <p:cNvPr id="267" name="Google Shape;267;p14"/>
          <p:cNvPicPr preferRelativeResize="0"/>
          <p:nvPr/>
        </p:nvPicPr>
        <p:blipFill rotWithShape="1">
          <a:blip r:embed="rId3">
            <a:alphaModFix/>
          </a:blip>
          <a:srcRect b="0" l="0" r="0" t="0"/>
          <a:stretch/>
        </p:blipFill>
        <p:spPr>
          <a:xfrm>
            <a:off x="4648201" y="3761405"/>
            <a:ext cx="2116356" cy="1235512"/>
          </a:xfrm>
          <a:prstGeom prst="rect">
            <a:avLst/>
          </a:prstGeom>
          <a:noFill/>
          <a:ln>
            <a:noFill/>
          </a:ln>
        </p:spPr>
      </p:pic>
      <p:pic>
        <p:nvPicPr>
          <p:cNvPr id="268" name="Google Shape;268;p14"/>
          <p:cNvPicPr preferRelativeResize="0"/>
          <p:nvPr/>
        </p:nvPicPr>
        <p:blipFill rotWithShape="1">
          <a:blip r:embed="rId4">
            <a:alphaModFix/>
          </a:blip>
          <a:srcRect b="0" l="0" r="0" t="0"/>
          <a:stretch/>
        </p:blipFill>
        <p:spPr>
          <a:xfrm>
            <a:off x="4648201" y="2076569"/>
            <a:ext cx="3436620" cy="15760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5"/>
          <p:cNvSpPr txBox="1"/>
          <p:nvPr>
            <p:ph type="title"/>
          </p:nvPr>
        </p:nvSpPr>
        <p:spPr>
          <a:xfrm>
            <a:off x="858459" y="141710"/>
            <a:ext cx="7704000" cy="592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Font typeface="Fredoka"/>
              <a:buNone/>
            </a:pPr>
            <a:r>
              <a:rPr lang="en-US" sz="2200"/>
              <a:t>Anomaly Detection &amp; Threat Analysis</a:t>
            </a:r>
            <a:endParaRPr/>
          </a:p>
        </p:txBody>
      </p:sp>
      <p:sp>
        <p:nvSpPr>
          <p:cNvPr id="274" name="Google Shape;274;p15"/>
          <p:cNvSpPr/>
          <p:nvPr/>
        </p:nvSpPr>
        <p:spPr>
          <a:xfrm>
            <a:off x="341971" y="3345366"/>
            <a:ext cx="3263590" cy="1583473"/>
          </a:xfrm>
          <a:prstGeom prst="roundRect">
            <a:avLst>
              <a:gd fmla="val 16667" name="adj"/>
            </a:avLst>
          </a:prstGeom>
          <a:noFill/>
          <a:ln cap="flat" cmpd="sng" w="25400">
            <a:solidFill>
              <a:srgbClr val="485E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5" name="Google Shape;275;p15"/>
          <p:cNvSpPr txBox="1"/>
          <p:nvPr/>
        </p:nvSpPr>
        <p:spPr>
          <a:xfrm>
            <a:off x="650489" y="3419992"/>
            <a:ext cx="601050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Orbitron"/>
                <a:ea typeface="Orbitron"/>
                <a:cs typeface="Orbitron"/>
                <a:sym typeface="Orbitron"/>
              </a:rPr>
              <a:t>Federated Leaming</a:t>
            </a:r>
            <a:endParaRPr/>
          </a:p>
        </p:txBody>
      </p:sp>
      <p:sp>
        <p:nvSpPr>
          <p:cNvPr id="276" name="Google Shape;276;p15"/>
          <p:cNvSpPr/>
          <p:nvPr/>
        </p:nvSpPr>
        <p:spPr>
          <a:xfrm>
            <a:off x="353122" y="3789324"/>
            <a:ext cx="3352800" cy="1015663"/>
          </a:xfrm>
          <a:prstGeom prst="rect">
            <a:avLst/>
          </a:prstGeom>
          <a:noFill/>
          <a:ln>
            <a:noFill/>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lt1"/>
              </a:buClr>
              <a:buSzPts val="1200"/>
              <a:buFont typeface="Noto Sans Symbols"/>
              <a:buChar char="❖"/>
            </a:pPr>
            <a:r>
              <a:rPr b="1" i="0" lang="en-US" sz="1200" u="none" cap="none" strike="noStrike">
                <a:solidFill>
                  <a:schemeClr val="lt1"/>
                </a:solidFill>
                <a:latin typeface="Arial"/>
                <a:ea typeface="Arial"/>
                <a:cs typeface="Arial"/>
                <a:sym typeface="Arial"/>
              </a:rPr>
              <a:t>Decentralized model training on devices.</a:t>
            </a:r>
            <a:endParaRPr b="0" i="0" sz="1200" u="none" cap="none" strike="noStrike">
              <a:solidFill>
                <a:schemeClr val="lt1"/>
              </a:solidFill>
              <a:latin typeface="Arial"/>
              <a:ea typeface="Arial"/>
              <a:cs typeface="Arial"/>
              <a:sym typeface="Arial"/>
            </a:endParaRPr>
          </a:p>
          <a:p>
            <a:pPr indent="-171450" lvl="0" marL="171450" marR="0" rtl="0" algn="l">
              <a:lnSpc>
                <a:spcPct val="100000"/>
              </a:lnSpc>
              <a:spcBef>
                <a:spcPts val="0"/>
              </a:spcBef>
              <a:spcAft>
                <a:spcPts val="0"/>
              </a:spcAft>
              <a:buClr>
                <a:schemeClr val="lt1"/>
              </a:buClr>
              <a:buSzPts val="1200"/>
              <a:buFont typeface="Noto Sans Symbols"/>
              <a:buChar char="❖"/>
            </a:pPr>
            <a:r>
              <a:rPr b="1" i="0" lang="en-US" sz="1200" u="none" cap="none" strike="noStrike">
                <a:solidFill>
                  <a:schemeClr val="lt1"/>
                </a:solidFill>
                <a:latin typeface="Arial"/>
                <a:ea typeface="Arial"/>
                <a:cs typeface="Arial"/>
                <a:sym typeface="Arial"/>
              </a:rPr>
              <a:t>Aggregates updates for continuous improvement.</a:t>
            </a:r>
            <a:endParaRPr b="0" i="0" sz="1200" u="none" cap="none" strike="noStrike">
              <a:solidFill>
                <a:schemeClr val="lt1"/>
              </a:solidFill>
              <a:latin typeface="Arial"/>
              <a:ea typeface="Arial"/>
              <a:cs typeface="Arial"/>
              <a:sym typeface="Arial"/>
            </a:endParaRPr>
          </a:p>
          <a:p>
            <a:pPr indent="-171450" lvl="0" marL="171450" marR="0" rtl="0" algn="l">
              <a:lnSpc>
                <a:spcPct val="100000"/>
              </a:lnSpc>
              <a:spcBef>
                <a:spcPts val="0"/>
              </a:spcBef>
              <a:spcAft>
                <a:spcPts val="0"/>
              </a:spcAft>
              <a:buClr>
                <a:schemeClr val="lt1"/>
              </a:buClr>
              <a:buSzPts val="1200"/>
              <a:buFont typeface="Noto Sans Symbols"/>
              <a:buChar char="❖"/>
            </a:pPr>
            <a:r>
              <a:rPr b="1" i="0" lang="en-US" sz="1200" u="none" cap="none" strike="noStrike">
                <a:solidFill>
                  <a:schemeClr val="lt1"/>
                </a:solidFill>
                <a:latin typeface="Arial"/>
                <a:ea typeface="Arial"/>
                <a:cs typeface="Arial"/>
                <a:sym typeface="Arial"/>
              </a:rPr>
              <a:t>Adapts models to specific use cases without central data</a:t>
            </a:r>
            <a:r>
              <a:rPr b="0" i="0" lang="en-US" sz="1200" u="none" cap="none" strike="noStrike">
                <a:solidFill>
                  <a:schemeClr val="lt1"/>
                </a:solidFill>
                <a:latin typeface="Arial"/>
                <a:ea typeface="Arial"/>
                <a:cs typeface="Arial"/>
                <a:sym typeface="Arial"/>
              </a:rPr>
              <a:t> </a:t>
            </a:r>
            <a:endParaRPr/>
          </a:p>
        </p:txBody>
      </p:sp>
      <p:sp>
        <p:nvSpPr>
          <p:cNvPr id="277" name="Google Shape;277;p15"/>
          <p:cNvSpPr txBox="1"/>
          <p:nvPr/>
        </p:nvSpPr>
        <p:spPr>
          <a:xfrm>
            <a:off x="3705922" y="867483"/>
            <a:ext cx="5101682" cy="20313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Algorithms Used</a:t>
            </a:r>
            <a:r>
              <a:rPr b="0" i="0" lang="en-US" sz="1400" u="none" cap="none" strike="noStrike">
                <a:solidFill>
                  <a:srgbClr val="000000"/>
                </a:solidFill>
                <a:latin typeface="Arial"/>
                <a:ea typeface="Arial"/>
                <a:cs typeface="Arial"/>
                <a:sym typeface="Arial"/>
              </a:rPr>
              <a:t>: Random Forest, Support Vector Machines (SVM), and Linear Regression</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Developed tailored models for Home IoT, Defense, Healthcare, and Autonomous Vehicles, </a:t>
            </a:r>
            <a:r>
              <a:rPr b="1" i="0" lang="en-US" sz="1400" u="none" cap="none" strike="noStrike">
                <a:solidFill>
                  <a:srgbClr val="000000"/>
                </a:solidFill>
                <a:latin typeface="Arial"/>
                <a:ea typeface="Arial"/>
                <a:cs typeface="Arial"/>
                <a:sym typeface="Arial"/>
              </a:rPr>
              <a:t>addressing the unique security challenges </a:t>
            </a:r>
            <a:r>
              <a:rPr b="0" i="0" lang="en-US" sz="1400" u="none" cap="none" strike="noStrike">
                <a:solidFill>
                  <a:srgbClr val="000000"/>
                </a:solidFill>
                <a:latin typeface="Arial"/>
                <a:ea typeface="Arial"/>
                <a:cs typeface="Arial"/>
                <a:sym typeface="Arial"/>
              </a:rPr>
              <a:t>of each sector.</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Models </a:t>
            </a:r>
            <a:r>
              <a:rPr b="1" i="0" lang="en-US" sz="1400" u="none" cap="none" strike="noStrike">
                <a:solidFill>
                  <a:srgbClr val="000000"/>
                </a:solidFill>
                <a:latin typeface="Arial"/>
                <a:ea typeface="Arial"/>
                <a:cs typeface="Arial"/>
                <a:sym typeface="Arial"/>
              </a:rPr>
              <a:t>adapt dynamically</a:t>
            </a:r>
            <a:r>
              <a:rPr b="0" i="0" lang="en-US" sz="1400" u="none" cap="none" strike="noStrike">
                <a:solidFill>
                  <a:srgbClr val="000000"/>
                </a:solidFill>
                <a:latin typeface="Arial"/>
                <a:ea typeface="Arial"/>
                <a:cs typeface="Arial"/>
                <a:sym typeface="Arial"/>
              </a:rPr>
              <a:t> to evolving threats, ensuring real-time protection</a:t>
            </a:r>
            <a:endParaRPr b="0" i="0" sz="1400" u="none" cap="none" strike="noStrike">
              <a:solidFill>
                <a:srgbClr val="000000"/>
              </a:solidFill>
              <a:latin typeface="Arial"/>
              <a:ea typeface="Arial"/>
              <a:cs typeface="Arial"/>
              <a:sym typeface="Arial"/>
            </a:endParaRPr>
          </a:p>
        </p:txBody>
      </p:sp>
      <p:pic>
        <p:nvPicPr>
          <p:cNvPr id="278" name="Google Shape;278;p15"/>
          <p:cNvPicPr preferRelativeResize="0"/>
          <p:nvPr/>
        </p:nvPicPr>
        <p:blipFill rotWithShape="1">
          <a:blip r:embed="rId3">
            <a:alphaModFix/>
          </a:blip>
          <a:srcRect b="0" l="0" r="0" t="0"/>
          <a:stretch/>
        </p:blipFill>
        <p:spPr>
          <a:xfrm>
            <a:off x="477641" y="774742"/>
            <a:ext cx="2644699" cy="1064224"/>
          </a:xfrm>
          <a:prstGeom prst="rect">
            <a:avLst/>
          </a:prstGeom>
          <a:noFill/>
          <a:ln>
            <a:noFill/>
          </a:ln>
        </p:spPr>
      </p:pic>
      <p:pic>
        <p:nvPicPr>
          <p:cNvPr id="279" name="Google Shape;279;p15"/>
          <p:cNvPicPr preferRelativeResize="0"/>
          <p:nvPr/>
        </p:nvPicPr>
        <p:blipFill rotWithShape="1">
          <a:blip r:embed="rId4">
            <a:alphaModFix/>
          </a:blip>
          <a:srcRect b="0" l="0" r="0" t="0"/>
          <a:stretch/>
        </p:blipFill>
        <p:spPr>
          <a:xfrm>
            <a:off x="477642" y="2060945"/>
            <a:ext cx="2564965" cy="1030743"/>
          </a:xfrm>
          <a:prstGeom prst="rect">
            <a:avLst/>
          </a:prstGeom>
          <a:noFill/>
          <a:ln>
            <a:noFill/>
          </a:ln>
        </p:spPr>
      </p:pic>
      <p:pic>
        <p:nvPicPr>
          <p:cNvPr id="280" name="Google Shape;280;p15"/>
          <p:cNvPicPr preferRelativeResize="0"/>
          <p:nvPr/>
        </p:nvPicPr>
        <p:blipFill rotWithShape="1">
          <a:blip r:embed="rId5">
            <a:alphaModFix/>
          </a:blip>
          <a:srcRect b="0" l="0" r="0" t="0"/>
          <a:stretch/>
        </p:blipFill>
        <p:spPr>
          <a:xfrm>
            <a:off x="3819222" y="3419992"/>
            <a:ext cx="2527751" cy="1121892"/>
          </a:xfrm>
          <a:prstGeom prst="rect">
            <a:avLst/>
          </a:prstGeom>
          <a:noFill/>
          <a:ln>
            <a:noFill/>
          </a:ln>
        </p:spPr>
      </p:pic>
      <p:pic>
        <p:nvPicPr>
          <p:cNvPr id="281" name="Google Shape;281;p15"/>
          <p:cNvPicPr preferRelativeResize="0"/>
          <p:nvPr/>
        </p:nvPicPr>
        <p:blipFill rotWithShape="1">
          <a:blip r:embed="rId6">
            <a:alphaModFix/>
          </a:blip>
          <a:srcRect b="0" l="0" r="0" t="0"/>
          <a:stretch/>
        </p:blipFill>
        <p:spPr>
          <a:xfrm>
            <a:off x="6560634" y="3419992"/>
            <a:ext cx="2527751" cy="11222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6"/>
          <p:cNvSpPr txBox="1"/>
          <p:nvPr/>
        </p:nvSpPr>
        <p:spPr>
          <a:xfrm>
            <a:off x="266400" y="198912"/>
            <a:ext cx="52272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200" u="none" cap="none" strike="noStrike">
                <a:solidFill>
                  <a:srgbClr val="000000"/>
                </a:solidFill>
                <a:latin typeface="Orbitron"/>
                <a:ea typeface="Orbitron"/>
                <a:cs typeface="Orbitron"/>
                <a:sym typeface="Orbitron"/>
              </a:rPr>
              <a:t>Node Isolation &amp; Recovery</a:t>
            </a:r>
            <a:endParaRPr/>
          </a:p>
        </p:txBody>
      </p:sp>
      <p:sp>
        <p:nvSpPr>
          <p:cNvPr id="287" name="Google Shape;287;p16"/>
          <p:cNvSpPr/>
          <p:nvPr/>
        </p:nvSpPr>
        <p:spPr>
          <a:xfrm>
            <a:off x="266400" y="1019443"/>
            <a:ext cx="5820824" cy="1600438"/>
          </a:xfrm>
          <a:prstGeom prst="rect">
            <a:avLst/>
          </a:prstGeom>
          <a:noFill/>
          <a:ln>
            <a:noFill/>
          </a:ln>
        </p:spPr>
        <p:txBody>
          <a:bodyPr anchorCtr="0" anchor="ctr" bIns="45700" lIns="91425" spcFirstLastPara="1" rIns="91425" wrap="square" tIns="45700">
            <a:noAutofit/>
          </a:bodyPr>
          <a:lstStyle/>
          <a:p>
            <a:pPr indent="-285750" lvl="0" marL="285750" marR="0" rtl="0" algn="l">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Node Isolation : </a:t>
            </a:r>
            <a:r>
              <a:rPr b="0" i="0" lang="en-US" sz="1400" u="none" cap="none" strike="noStrike">
                <a:solidFill>
                  <a:schemeClr val="lt1"/>
                </a:solidFill>
                <a:latin typeface="Arial"/>
                <a:ea typeface="Arial"/>
                <a:cs typeface="Arial"/>
                <a:sym typeface="Arial"/>
              </a:rPr>
              <a:t>Isolate compromised nodes to prevent disruption. </a:t>
            </a:r>
            <a:endParaRPr/>
          </a:p>
          <a:p>
            <a:pPr indent="-285750" lvl="0" marL="285750" marR="0" rtl="0" algn="l">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Recovery Process</a:t>
            </a:r>
            <a:endParaRPr b="0" i="0" sz="1400" u="none" cap="none" strike="noStrike">
              <a:solidFill>
                <a:schemeClr val="lt1"/>
              </a:solidFill>
              <a:latin typeface="Arial"/>
              <a:ea typeface="Arial"/>
              <a:cs typeface="Arial"/>
              <a:sym typeface="Arial"/>
            </a:endParaRPr>
          </a:p>
          <a:p>
            <a:pPr indent="0" lvl="1" marL="45720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Generate new identity keys for isolated nodes. </a:t>
            </a:r>
            <a:endParaRPr/>
          </a:p>
          <a:p>
            <a:pPr indent="0" lvl="1" marL="45720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Reset status to ‘normal’ and update blockchain. </a:t>
            </a:r>
            <a:endParaRPr/>
          </a:p>
          <a:p>
            <a:pPr indent="-285750" lvl="0" marL="285750" marR="0" rtl="0" algn="l">
              <a:lnSpc>
                <a:spcPct val="100000"/>
              </a:lnSpc>
              <a:spcBef>
                <a:spcPts val="0"/>
              </a:spcBef>
              <a:spcAft>
                <a:spcPts val="0"/>
              </a:spcAft>
              <a:buClr>
                <a:schemeClr val="lt1"/>
              </a:buClr>
              <a:buSzPts val="1400"/>
              <a:buFont typeface="Noto Sans Symbols"/>
              <a:buChar char="⮚"/>
            </a:pPr>
            <a:r>
              <a:rPr b="1" i="0" lang="en-US" sz="1400" u="none" cap="none" strike="noStrike">
                <a:solidFill>
                  <a:schemeClr val="lt1"/>
                </a:solidFill>
                <a:latin typeface="Arial"/>
                <a:ea typeface="Arial"/>
                <a:cs typeface="Arial"/>
                <a:sym typeface="Arial"/>
              </a:rPr>
              <a:t>Continuous Monitoring &amp; Metrics:</a:t>
            </a:r>
            <a:endParaRPr b="0" i="0" sz="1400" u="none" cap="none" strike="noStrike">
              <a:solidFill>
                <a:schemeClr val="lt1"/>
              </a:solidFill>
              <a:latin typeface="Arial"/>
              <a:ea typeface="Arial"/>
              <a:cs typeface="Arial"/>
              <a:sym typeface="Arial"/>
            </a:endParaRPr>
          </a:p>
          <a:p>
            <a:pPr indent="0" lvl="1" marL="45720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Track recovery status and performance metrics. </a:t>
            </a:r>
            <a:endParaRPr/>
          </a:p>
          <a:p>
            <a:pPr indent="0" lvl="1" marL="45720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 Measure recovery rate and isolation efficiency. </a:t>
            </a:r>
            <a:endParaRPr/>
          </a:p>
        </p:txBody>
      </p:sp>
      <p:pic>
        <p:nvPicPr>
          <p:cNvPr id="288" name="Google Shape;288;p16"/>
          <p:cNvPicPr preferRelativeResize="0"/>
          <p:nvPr/>
        </p:nvPicPr>
        <p:blipFill rotWithShape="1">
          <a:blip r:embed="rId3">
            <a:alphaModFix/>
          </a:blip>
          <a:srcRect b="0" l="0" r="0" t="0"/>
          <a:stretch/>
        </p:blipFill>
        <p:spPr>
          <a:xfrm>
            <a:off x="2011680" y="2818460"/>
            <a:ext cx="3253740" cy="2026461"/>
          </a:xfrm>
          <a:prstGeom prst="rect">
            <a:avLst/>
          </a:prstGeom>
          <a:noFill/>
          <a:ln>
            <a:noFill/>
          </a:ln>
        </p:spPr>
      </p:pic>
      <p:pic>
        <p:nvPicPr>
          <p:cNvPr id="289" name="Google Shape;289;p16"/>
          <p:cNvPicPr preferRelativeResize="0"/>
          <p:nvPr/>
        </p:nvPicPr>
        <p:blipFill rotWithShape="1">
          <a:blip r:embed="rId4">
            <a:alphaModFix/>
          </a:blip>
          <a:srcRect b="0" l="0" r="0" t="0"/>
          <a:stretch/>
        </p:blipFill>
        <p:spPr>
          <a:xfrm>
            <a:off x="6148984" y="510254"/>
            <a:ext cx="2827376" cy="433466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 Evolution of Invention in Canada Thesis by Slidesgo">
  <a:themeElements>
    <a:clrScheme name="Simple Light">
      <a:dk1>
        <a:srgbClr val="E3EEED"/>
      </a:dk1>
      <a:lt1>
        <a:srgbClr val="383536"/>
      </a:lt1>
      <a:dk2>
        <a:srgbClr val="FC2E12"/>
      </a:dk2>
      <a:lt2>
        <a:srgbClr val="C1D6CE"/>
      </a:lt2>
      <a:accent1>
        <a:srgbClr val="64818C"/>
      </a:accent1>
      <a:accent2>
        <a:srgbClr val="DD4815"/>
      </a:accent2>
      <a:accent3>
        <a:srgbClr val="24A364"/>
      </a:accent3>
      <a:accent4>
        <a:srgbClr val="FFFFFF"/>
      </a:accent4>
      <a:accent5>
        <a:srgbClr val="FFFFFF"/>
      </a:accent5>
      <a:accent6>
        <a:srgbClr val="FFFFFF"/>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